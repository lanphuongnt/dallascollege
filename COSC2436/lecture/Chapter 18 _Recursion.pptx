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00" r:id="rId1"/>
  </p:sldMasterIdLst>
  <p:notesMasterIdLst>
    <p:notesMasterId r:id="rId54"/>
  </p:notesMasterIdLst>
  <p:sldIdLst>
    <p:sldId id="314" r:id="rId2"/>
    <p:sldId id="457" r:id="rId3"/>
    <p:sldId id="361" r:id="rId4"/>
    <p:sldId id="308" r:id="rId5"/>
    <p:sldId id="492" r:id="rId6"/>
    <p:sldId id="484" r:id="rId7"/>
    <p:sldId id="323" r:id="rId8"/>
    <p:sldId id="480" r:id="rId9"/>
    <p:sldId id="486" r:id="rId10"/>
    <p:sldId id="487" r:id="rId11"/>
    <p:sldId id="488" r:id="rId12"/>
    <p:sldId id="489" r:id="rId13"/>
    <p:sldId id="490" r:id="rId14"/>
    <p:sldId id="409" r:id="rId15"/>
    <p:sldId id="425" r:id="rId16"/>
    <p:sldId id="426" r:id="rId17"/>
    <p:sldId id="427" r:id="rId18"/>
    <p:sldId id="428" r:id="rId19"/>
    <p:sldId id="429" r:id="rId20"/>
    <p:sldId id="466" r:id="rId21"/>
    <p:sldId id="467" r:id="rId22"/>
    <p:sldId id="468" r:id="rId23"/>
    <p:sldId id="469" r:id="rId24"/>
    <p:sldId id="470" r:id="rId25"/>
    <p:sldId id="420" r:id="rId26"/>
    <p:sldId id="482" r:id="rId27"/>
    <p:sldId id="324" r:id="rId28"/>
    <p:sldId id="491" r:id="rId29"/>
    <p:sldId id="386" r:id="rId30"/>
    <p:sldId id="340" r:id="rId31"/>
    <p:sldId id="379" r:id="rId32"/>
    <p:sldId id="382" r:id="rId33"/>
    <p:sldId id="385" r:id="rId34"/>
    <p:sldId id="461" r:id="rId35"/>
    <p:sldId id="462" r:id="rId36"/>
    <p:sldId id="463" r:id="rId37"/>
    <p:sldId id="493" r:id="rId38"/>
    <p:sldId id="380" r:id="rId39"/>
    <p:sldId id="483" r:id="rId40"/>
    <p:sldId id="381" r:id="rId41"/>
    <p:sldId id="383" r:id="rId42"/>
    <p:sldId id="451" r:id="rId43"/>
    <p:sldId id="452" r:id="rId44"/>
    <p:sldId id="453" r:id="rId45"/>
    <p:sldId id="378" r:id="rId46"/>
    <p:sldId id="481" r:id="rId47"/>
    <p:sldId id="341" r:id="rId48"/>
    <p:sldId id="384" r:id="rId49"/>
    <p:sldId id="454" r:id="rId50"/>
    <p:sldId id="356" r:id="rId51"/>
    <p:sldId id="357" r:id="rId52"/>
    <p:sldId id="358" r:id="rId53"/>
  </p:sldIdLst>
  <p:sldSz cx="9144000" cy="6858000" type="screen4x3"/>
  <p:notesSz cx="6858000" cy="9144000"/>
  <p:custShowLst>
    <p:custShow name="Custom Show 1" id="0">
      <p:sldLst/>
    </p:custShow>
  </p:custShowLst>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864">
          <p15:clr>
            <a:srgbClr val="A4A3A4"/>
          </p15:clr>
        </p15:guide>
        <p15:guide id="2" pos="57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87" autoAdjust="0"/>
    <p:restoredTop sz="94595" autoAdjust="0"/>
  </p:normalViewPr>
  <p:slideViewPr>
    <p:cSldViewPr>
      <p:cViewPr varScale="1">
        <p:scale>
          <a:sx n="72" d="100"/>
          <a:sy n="72" d="100"/>
        </p:scale>
        <p:origin x="1251" y="30"/>
      </p:cViewPr>
      <p:guideLst>
        <p:guide orient="horz" pos="864"/>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40" d="100"/>
          <a:sy n="40" d="100"/>
        </p:scale>
        <p:origin x="-1488" y="-96"/>
      </p:cViewPr>
      <p:guideLst>
        <p:guide orient="horz" pos="2880"/>
        <p:guide pos="2160"/>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48D7454-8240-4E47-8C73-1B82785FD1E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099" name="Rectangle 3">
            <a:extLst>
              <a:ext uri="{FF2B5EF4-FFF2-40B4-BE49-F238E27FC236}">
                <a16:creationId xmlns:a16="http://schemas.microsoft.com/office/drawing/2014/main" id="{55D8C7EF-1DDF-401C-BA92-40FD2002176D}"/>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A06721FD-9989-4583-8B1E-28D3A4402672}"/>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5" name="Rectangle 3">
            <a:extLst>
              <a:ext uri="{FF2B5EF4-FFF2-40B4-BE49-F238E27FC236}">
                <a16:creationId xmlns:a16="http://schemas.microsoft.com/office/drawing/2014/main" id="{2CAD980F-14BF-4023-9A0E-6E5CDB40DD43}"/>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CD4D86BE-F4A8-41D7-BA98-F874DFCEF4C1}"/>
              </a:ext>
            </a:extLst>
          </p:cNvPr>
          <p:cNvSpPr>
            <a:spLocks noGrp="1" noRot="1" noChangeAspect="1" noChangeArrowheads="1" noTextEdit="1"/>
          </p:cNvSpPr>
          <p:nvPr>
            <p:ph type="sldImg"/>
          </p:nvPr>
        </p:nvSpPr>
        <p:spPr bwMode="auto">
          <a:xfrm>
            <a:off x="1116013" y="696913"/>
            <a:ext cx="4648200" cy="3486150"/>
          </a:xfrm>
          <a:prstGeom prst="rect">
            <a:avLst/>
          </a:prstGeom>
          <a:no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45411" name="Rectangle 3">
            <a:extLst>
              <a:ext uri="{FF2B5EF4-FFF2-40B4-BE49-F238E27FC236}">
                <a16:creationId xmlns:a16="http://schemas.microsoft.com/office/drawing/2014/main" id="{57299CD6-CE51-42DB-964F-48170E5D04CF}"/>
              </a:ext>
            </a:extLst>
          </p:cNvPr>
          <p:cNvSpPr>
            <a:spLocks noGrp="1" noChangeArrowheads="1"/>
          </p:cNvSpPr>
          <p:nvPr>
            <p:ph type="body" idx="1"/>
          </p:nvPr>
        </p:nvSpPr>
        <p:spPr bwMode="auto">
          <a:xfrm>
            <a:off x="688975" y="4416425"/>
            <a:ext cx="55054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600"/>
              <a:t>If a method contains a call to itself, that method is recursive.  Recursion is a very useful programming tool if used properly.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CD4D86BE-F4A8-41D7-BA98-F874DFCEF4C1}"/>
              </a:ext>
            </a:extLst>
          </p:cNvPr>
          <p:cNvSpPr>
            <a:spLocks noGrp="1" noRot="1" noChangeAspect="1" noChangeArrowheads="1" noTextEdit="1"/>
          </p:cNvSpPr>
          <p:nvPr>
            <p:ph type="sldImg"/>
          </p:nvPr>
        </p:nvSpPr>
        <p:spPr bwMode="auto">
          <a:xfrm>
            <a:off x="1116013" y="696913"/>
            <a:ext cx="4648200" cy="3486150"/>
          </a:xfrm>
          <a:prstGeom prst="rect">
            <a:avLst/>
          </a:prstGeom>
          <a:no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45411" name="Rectangle 3">
            <a:extLst>
              <a:ext uri="{FF2B5EF4-FFF2-40B4-BE49-F238E27FC236}">
                <a16:creationId xmlns:a16="http://schemas.microsoft.com/office/drawing/2014/main" id="{57299CD6-CE51-42DB-964F-48170E5D04CF}"/>
              </a:ext>
            </a:extLst>
          </p:cNvPr>
          <p:cNvSpPr>
            <a:spLocks noGrp="1" noChangeArrowheads="1"/>
          </p:cNvSpPr>
          <p:nvPr>
            <p:ph type="body" idx="1"/>
          </p:nvPr>
        </p:nvSpPr>
        <p:spPr bwMode="auto">
          <a:xfrm>
            <a:off x="688975" y="4416425"/>
            <a:ext cx="55054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600"/>
              <a:t>If a method contains a call to itself, that method is recursive.  Recursion is a very useful programming tool if used properly.</a:t>
            </a:r>
          </a:p>
        </p:txBody>
      </p:sp>
    </p:spTree>
    <p:extLst>
      <p:ext uri="{BB962C8B-B14F-4D97-AF65-F5344CB8AC3E}">
        <p14:creationId xmlns:p14="http://schemas.microsoft.com/office/powerpoint/2010/main" val="2677933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CD4D86BE-F4A8-41D7-BA98-F874DFCEF4C1}"/>
              </a:ext>
            </a:extLst>
          </p:cNvPr>
          <p:cNvSpPr>
            <a:spLocks noGrp="1" noRot="1" noChangeAspect="1" noChangeArrowheads="1" noTextEdit="1"/>
          </p:cNvSpPr>
          <p:nvPr>
            <p:ph type="sldImg"/>
          </p:nvPr>
        </p:nvSpPr>
        <p:spPr bwMode="auto">
          <a:xfrm>
            <a:off x="1116013" y="696913"/>
            <a:ext cx="4648200" cy="3486150"/>
          </a:xfrm>
          <a:prstGeom prst="rect">
            <a:avLst/>
          </a:prstGeom>
          <a:no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45411" name="Rectangle 3">
            <a:extLst>
              <a:ext uri="{FF2B5EF4-FFF2-40B4-BE49-F238E27FC236}">
                <a16:creationId xmlns:a16="http://schemas.microsoft.com/office/drawing/2014/main" id="{57299CD6-CE51-42DB-964F-48170E5D04CF}"/>
              </a:ext>
            </a:extLst>
          </p:cNvPr>
          <p:cNvSpPr>
            <a:spLocks noGrp="1" noChangeArrowheads="1"/>
          </p:cNvSpPr>
          <p:nvPr>
            <p:ph type="body" idx="1"/>
          </p:nvPr>
        </p:nvSpPr>
        <p:spPr bwMode="auto">
          <a:xfrm>
            <a:off x="688975" y="4416425"/>
            <a:ext cx="55054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600"/>
              <a:t>If a method contains a call to itself, that method is recursive.  Recursion is a very useful programming tool if used properly.</a:t>
            </a:r>
          </a:p>
        </p:txBody>
      </p:sp>
    </p:spTree>
    <p:extLst>
      <p:ext uri="{BB962C8B-B14F-4D97-AF65-F5344CB8AC3E}">
        <p14:creationId xmlns:p14="http://schemas.microsoft.com/office/powerpoint/2010/main" val="2472924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1F9DD29-E5F8-4362-A142-4AE22F943BE3}"/>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3" name="Rectangle 3">
            <a:extLst>
              <a:ext uri="{FF2B5EF4-FFF2-40B4-BE49-F238E27FC236}">
                <a16:creationId xmlns:a16="http://schemas.microsoft.com/office/drawing/2014/main" id="{9E4478D6-1D77-4ECE-9706-F65F698B5BD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7F93D360-D340-4AAF-80D2-F7054EE819F2}"/>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1" name="Rectangle 3">
            <a:extLst>
              <a:ext uri="{FF2B5EF4-FFF2-40B4-BE49-F238E27FC236}">
                <a16:creationId xmlns:a16="http://schemas.microsoft.com/office/drawing/2014/main" id="{2562987B-C8B9-4F5D-BAD7-95BCD48245A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7F93D360-D340-4AAF-80D2-F7054EE819F2}"/>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1" name="Rectangle 3">
            <a:extLst>
              <a:ext uri="{FF2B5EF4-FFF2-40B4-BE49-F238E27FC236}">
                <a16:creationId xmlns:a16="http://schemas.microsoft.com/office/drawing/2014/main" id="{2562987B-C8B9-4F5D-BAD7-95BCD48245A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extLst>
      <p:ext uri="{BB962C8B-B14F-4D97-AF65-F5344CB8AC3E}">
        <p14:creationId xmlns:p14="http://schemas.microsoft.com/office/powerpoint/2010/main" val="3201151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7F93D360-D340-4AAF-80D2-F7054EE819F2}"/>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1" name="Rectangle 3">
            <a:extLst>
              <a:ext uri="{FF2B5EF4-FFF2-40B4-BE49-F238E27FC236}">
                <a16:creationId xmlns:a16="http://schemas.microsoft.com/office/drawing/2014/main" id="{2562987B-C8B9-4F5D-BAD7-95BCD48245A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extLst>
      <p:ext uri="{BB962C8B-B14F-4D97-AF65-F5344CB8AC3E}">
        <p14:creationId xmlns:p14="http://schemas.microsoft.com/office/powerpoint/2010/main" val="21121535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7F93D360-D340-4AAF-80D2-F7054EE819F2}"/>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1" name="Rectangle 3">
            <a:extLst>
              <a:ext uri="{FF2B5EF4-FFF2-40B4-BE49-F238E27FC236}">
                <a16:creationId xmlns:a16="http://schemas.microsoft.com/office/drawing/2014/main" id="{2562987B-C8B9-4F5D-BAD7-95BCD48245A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extLst>
      <p:ext uri="{BB962C8B-B14F-4D97-AF65-F5344CB8AC3E}">
        <p14:creationId xmlns:p14="http://schemas.microsoft.com/office/powerpoint/2010/main" val="656260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7F93D360-D340-4AAF-80D2-F7054EE819F2}"/>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1" name="Rectangle 3">
            <a:extLst>
              <a:ext uri="{FF2B5EF4-FFF2-40B4-BE49-F238E27FC236}">
                <a16:creationId xmlns:a16="http://schemas.microsoft.com/office/drawing/2014/main" id="{2562987B-C8B9-4F5D-BAD7-95BCD48245A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extLst>
      <p:ext uri="{BB962C8B-B14F-4D97-AF65-F5344CB8AC3E}">
        <p14:creationId xmlns:p14="http://schemas.microsoft.com/office/powerpoint/2010/main" val="4788552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7F93D360-D340-4AAF-80D2-F7054EE819F2}"/>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1" name="Rectangle 3">
            <a:extLst>
              <a:ext uri="{FF2B5EF4-FFF2-40B4-BE49-F238E27FC236}">
                <a16:creationId xmlns:a16="http://schemas.microsoft.com/office/drawing/2014/main" id="{2562987B-C8B9-4F5D-BAD7-95BCD48245A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extLst>
      <p:ext uri="{BB962C8B-B14F-4D97-AF65-F5344CB8AC3E}">
        <p14:creationId xmlns:p14="http://schemas.microsoft.com/office/powerpoint/2010/main" val="1268505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A4F646A-1D0F-4651-9400-471E95AB032A}"/>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2771" name="Rectangle 3">
            <a:extLst>
              <a:ext uri="{FF2B5EF4-FFF2-40B4-BE49-F238E27FC236}">
                <a16:creationId xmlns:a16="http://schemas.microsoft.com/office/drawing/2014/main" id="{44A21E6A-E07D-45D0-800B-92DC3DBCA7C2}"/>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5B4DC09-A03B-4CB0-9D8B-30CFD2D3860E}"/>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4819" name="Rectangle 3">
            <a:extLst>
              <a:ext uri="{FF2B5EF4-FFF2-40B4-BE49-F238E27FC236}">
                <a16:creationId xmlns:a16="http://schemas.microsoft.com/office/drawing/2014/main" id="{ACCCCC93-3487-4E5F-A6E9-FBBD2EB162F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E90E818E-CDFD-4AE4-ACA0-F2E8B6A2D0F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6867" name="Rectangle 3">
            <a:extLst>
              <a:ext uri="{FF2B5EF4-FFF2-40B4-BE49-F238E27FC236}">
                <a16:creationId xmlns:a16="http://schemas.microsoft.com/office/drawing/2014/main" id="{D3AEC533-BAB9-44B1-B423-0B00C453B123}"/>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33D01A6F-45D0-4F2E-87E3-CB9B26DE496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8915" name="Rectangle 3">
            <a:extLst>
              <a:ext uri="{FF2B5EF4-FFF2-40B4-BE49-F238E27FC236}">
                <a16:creationId xmlns:a16="http://schemas.microsoft.com/office/drawing/2014/main" id="{941E5E20-3480-46D7-A81C-A26B9449E2C9}"/>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9A6513F-50FA-4B83-8426-47D555854BA4}"/>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0963" name="Rectangle 3">
            <a:extLst>
              <a:ext uri="{FF2B5EF4-FFF2-40B4-BE49-F238E27FC236}">
                <a16:creationId xmlns:a16="http://schemas.microsoft.com/office/drawing/2014/main" id="{3E1BAC88-BE99-446D-8880-0357D0EBFA00}"/>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2A79A905-DF5B-4493-BDA0-0A90CC7B6F3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011" name="Rectangle 3">
            <a:extLst>
              <a:ext uri="{FF2B5EF4-FFF2-40B4-BE49-F238E27FC236}">
                <a16:creationId xmlns:a16="http://schemas.microsoft.com/office/drawing/2014/main" id="{A1203238-46F4-4784-8624-62D769C9BA1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5976507C-B235-4AE1-B356-C50CAD2E5BBE}"/>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5059" name="Rectangle 3">
            <a:extLst>
              <a:ext uri="{FF2B5EF4-FFF2-40B4-BE49-F238E27FC236}">
                <a16:creationId xmlns:a16="http://schemas.microsoft.com/office/drawing/2014/main" id="{EE3FCE5B-E238-46AD-B766-095CD0990461}"/>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B54FB002-FCB5-4710-B7E1-19E27E5E282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7107" name="Rectangle 3">
            <a:extLst>
              <a:ext uri="{FF2B5EF4-FFF2-40B4-BE49-F238E27FC236}">
                <a16:creationId xmlns:a16="http://schemas.microsoft.com/office/drawing/2014/main" id="{5FB7D00A-C567-41A7-AD90-A6064E24E551}"/>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1EEB330-97DB-4A6B-84A2-5403F232C17C}"/>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9155" name="Rectangle 3">
            <a:extLst>
              <a:ext uri="{FF2B5EF4-FFF2-40B4-BE49-F238E27FC236}">
                <a16:creationId xmlns:a16="http://schemas.microsoft.com/office/drawing/2014/main" id="{1498D44D-B13F-4FD0-B83B-252C3B2824FC}"/>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7EA1EFC-4B9B-4882-A215-815E18536AA7}"/>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03" name="Rectangle 3">
            <a:extLst>
              <a:ext uri="{FF2B5EF4-FFF2-40B4-BE49-F238E27FC236}">
                <a16:creationId xmlns:a16="http://schemas.microsoft.com/office/drawing/2014/main" id="{2D810D8A-5EFC-47B0-9A09-9AA2A4A04B4C}"/>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91EF8BFC-C505-4C69-9595-A4C9E010DE82}"/>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3251" name="Rectangle 3">
            <a:extLst>
              <a:ext uri="{FF2B5EF4-FFF2-40B4-BE49-F238E27FC236}">
                <a16:creationId xmlns:a16="http://schemas.microsoft.com/office/drawing/2014/main" id="{74102477-130B-40E1-9378-3F1236433CD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008C1F99-3310-45D7-A94C-CB2E54F1776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5299" name="Rectangle 3">
            <a:extLst>
              <a:ext uri="{FF2B5EF4-FFF2-40B4-BE49-F238E27FC236}">
                <a16:creationId xmlns:a16="http://schemas.microsoft.com/office/drawing/2014/main" id="{EBDFE94C-68FA-4C23-9239-B9487E553D3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8D0241DB-B05A-42DC-80BD-FF739B3A6E32}"/>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3491" name="Rectangle 3">
            <a:extLst>
              <a:ext uri="{FF2B5EF4-FFF2-40B4-BE49-F238E27FC236}">
                <a16:creationId xmlns:a16="http://schemas.microsoft.com/office/drawing/2014/main" id="{53A079F6-FCA1-4EFB-AEFC-D728B98F0BA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02D46024-87F8-428E-8FF4-AB3D5DF8C967}"/>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5539" name="Rectangle 3">
            <a:extLst>
              <a:ext uri="{FF2B5EF4-FFF2-40B4-BE49-F238E27FC236}">
                <a16:creationId xmlns:a16="http://schemas.microsoft.com/office/drawing/2014/main" id="{AC5E7D8A-FFD9-4265-BF5E-A39A960AA759}"/>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7F93D360-D340-4AAF-80D2-F7054EE819F2}"/>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1" name="Rectangle 3">
            <a:extLst>
              <a:ext uri="{FF2B5EF4-FFF2-40B4-BE49-F238E27FC236}">
                <a16:creationId xmlns:a16="http://schemas.microsoft.com/office/drawing/2014/main" id="{2562987B-C8B9-4F5D-BAD7-95BCD48245A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extLst>
      <p:ext uri="{BB962C8B-B14F-4D97-AF65-F5344CB8AC3E}">
        <p14:creationId xmlns:p14="http://schemas.microsoft.com/office/powerpoint/2010/main" val="15070332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67B8BCE-72E7-448A-8B49-EF45B531BD0A}"/>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9395" name="Rectangle 3">
            <a:extLst>
              <a:ext uri="{FF2B5EF4-FFF2-40B4-BE49-F238E27FC236}">
                <a16:creationId xmlns:a16="http://schemas.microsoft.com/office/drawing/2014/main" id="{62BE067C-D45C-422C-9E7B-F51DB157F6D8}"/>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17BA94C9-D95C-4337-AA31-2A818DFFE1BE}"/>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43" name="Rectangle 3">
            <a:extLst>
              <a:ext uri="{FF2B5EF4-FFF2-40B4-BE49-F238E27FC236}">
                <a16:creationId xmlns:a16="http://schemas.microsoft.com/office/drawing/2014/main" id="{20108CB7-1936-4C80-8377-98EC6C4F8120}"/>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6CF4C9EA-3167-446D-92A8-E77EFC7570D5}"/>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7587" name="Rectangle 3">
            <a:extLst>
              <a:ext uri="{FF2B5EF4-FFF2-40B4-BE49-F238E27FC236}">
                <a16:creationId xmlns:a16="http://schemas.microsoft.com/office/drawing/2014/main" id="{A3EFB40A-36F1-4C4C-81E8-42DAC1B8D490}"/>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9F327AB0-DD0D-46F9-9C40-E2229C80A30E}"/>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79" name="Rectangle 3">
            <a:extLst>
              <a:ext uri="{FF2B5EF4-FFF2-40B4-BE49-F238E27FC236}">
                <a16:creationId xmlns:a16="http://schemas.microsoft.com/office/drawing/2014/main" id="{F49BC65C-99FD-4C5B-94B1-90891E674B88}"/>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EE267F6A-2D60-454C-9272-F9F0F79673E0}"/>
              </a:ext>
            </a:extLst>
          </p:cNvPr>
          <p:cNvSpPr>
            <a:spLocks noGrp="1" noRot="1" noChangeAspect="1" noChangeArrowheads="1" noTextEdit="1"/>
          </p:cNvSpPr>
          <p:nvPr>
            <p:ph type="sldImg"/>
          </p:nvPr>
        </p:nvSpPr>
        <p:spPr>
          <a:ln/>
        </p:spPr>
      </p:sp>
      <p:sp>
        <p:nvSpPr>
          <p:cNvPr id="61443" name="Notes Placeholder 2">
            <a:extLst>
              <a:ext uri="{FF2B5EF4-FFF2-40B4-BE49-F238E27FC236}">
                <a16:creationId xmlns:a16="http://schemas.microsoft.com/office/drawing/2014/main" id="{A5D3BEDF-9E38-4E42-9A8B-578F286837D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61444" name="Slide Number Placeholder 3">
            <a:extLst>
              <a:ext uri="{FF2B5EF4-FFF2-40B4-BE49-F238E27FC236}">
                <a16:creationId xmlns:a16="http://schemas.microsoft.com/office/drawing/2014/main" id="{11B2886B-3963-4EBF-A83F-3BCE632BEDC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B36C15D2-C211-4081-910A-C4C45D7999E4}" type="slidenum">
              <a:rPr kumimoji="0" lang="en-US" altLang="en-US"/>
              <a:pPr>
                <a:spcBef>
                  <a:spcPct val="0"/>
                </a:spcBef>
              </a:pPr>
              <a:t>33</a:t>
            </a:fld>
            <a:endParaRPr kumimoji="0"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32364416-3B81-4734-A344-964C1C231A0E}"/>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6499" name="Rectangle 3">
            <a:extLst>
              <a:ext uri="{FF2B5EF4-FFF2-40B4-BE49-F238E27FC236}">
                <a16:creationId xmlns:a16="http://schemas.microsoft.com/office/drawing/2014/main" id="{61045843-C8F9-4F2D-B28A-BF5F35C71EB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3A78552F-90F3-4C69-B4D5-4544A750B3E4}"/>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8547" name="Rectangle 3">
            <a:extLst>
              <a:ext uri="{FF2B5EF4-FFF2-40B4-BE49-F238E27FC236}">
                <a16:creationId xmlns:a16="http://schemas.microsoft.com/office/drawing/2014/main" id="{8D7D0821-56F5-44F3-9C06-FCE166273467}"/>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725EB62B-1AEB-4E8B-902E-69D4111DC05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0595" name="Rectangle 3">
            <a:extLst>
              <a:ext uri="{FF2B5EF4-FFF2-40B4-BE49-F238E27FC236}">
                <a16:creationId xmlns:a16="http://schemas.microsoft.com/office/drawing/2014/main" id="{19970C37-5BF3-4F56-97D0-56E9F8BB06C3}"/>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725EB62B-1AEB-4E8B-902E-69D4111DC05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0595" name="Rectangle 3">
            <a:extLst>
              <a:ext uri="{FF2B5EF4-FFF2-40B4-BE49-F238E27FC236}">
                <a16:creationId xmlns:a16="http://schemas.microsoft.com/office/drawing/2014/main" id="{19970C37-5BF3-4F56-97D0-56E9F8BB06C3}"/>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extLst>
      <p:ext uri="{BB962C8B-B14F-4D97-AF65-F5344CB8AC3E}">
        <p14:creationId xmlns:p14="http://schemas.microsoft.com/office/powerpoint/2010/main" val="10458955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4BFBA873-E025-4485-A2FE-9464EF4FB03B}"/>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9635" name="Rectangle 3">
            <a:extLst>
              <a:ext uri="{FF2B5EF4-FFF2-40B4-BE49-F238E27FC236}">
                <a16:creationId xmlns:a16="http://schemas.microsoft.com/office/drawing/2014/main" id="{C03BFE06-7C3B-4E7A-AB3D-24611BE61B17}"/>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D6DEC14B-7301-451C-8515-95181DF88E0C}"/>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1683" name="Rectangle 3">
            <a:extLst>
              <a:ext uri="{FF2B5EF4-FFF2-40B4-BE49-F238E27FC236}">
                <a16:creationId xmlns:a16="http://schemas.microsoft.com/office/drawing/2014/main" id="{721CD588-7EB0-48C7-9B5F-D0F8CFF1D067}"/>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ADA48DE6-E3FD-402B-A369-8BFBE5DED83E}"/>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3731" name="Rectangle 3">
            <a:extLst>
              <a:ext uri="{FF2B5EF4-FFF2-40B4-BE49-F238E27FC236}">
                <a16:creationId xmlns:a16="http://schemas.microsoft.com/office/drawing/2014/main" id="{38E172D7-EE74-4E67-855B-D4F8CA9F9395}"/>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576EFC89-2804-4279-B399-59A3BEE024F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7827" name="Rectangle 3">
            <a:extLst>
              <a:ext uri="{FF2B5EF4-FFF2-40B4-BE49-F238E27FC236}">
                <a16:creationId xmlns:a16="http://schemas.microsoft.com/office/drawing/2014/main" id="{CB13183D-066E-416F-A863-F3E806F340E4}"/>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AF39FFF5-0243-4957-BA61-DDE725EA107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0899" name="Rectangle 3">
            <a:extLst>
              <a:ext uri="{FF2B5EF4-FFF2-40B4-BE49-F238E27FC236}">
                <a16:creationId xmlns:a16="http://schemas.microsoft.com/office/drawing/2014/main" id="{1001A330-1058-4C04-850C-14D37F82217D}"/>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43071EE5-7163-4FC3-B752-B6051D18244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2947" name="Rectangle 3">
            <a:extLst>
              <a:ext uri="{FF2B5EF4-FFF2-40B4-BE49-F238E27FC236}">
                <a16:creationId xmlns:a16="http://schemas.microsoft.com/office/drawing/2014/main" id="{BD543F5D-633D-499E-96F9-ED5580042F8F}"/>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42984E5A-1714-4CF9-8A6E-D60570C6C666}"/>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4995" name="Rectangle 3">
            <a:extLst>
              <a:ext uri="{FF2B5EF4-FFF2-40B4-BE49-F238E27FC236}">
                <a16:creationId xmlns:a16="http://schemas.microsoft.com/office/drawing/2014/main" id="{E8B312C6-8144-4418-BAB4-F7E086EA9C3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6CFEC6DE-C2BD-4D3A-ACAB-5B5141BD97F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8067" name="Rectangle 3">
            <a:extLst>
              <a:ext uri="{FF2B5EF4-FFF2-40B4-BE49-F238E27FC236}">
                <a16:creationId xmlns:a16="http://schemas.microsoft.com/office/drawing/2014/main" id="{DC055AA0-75E4-4A6E-9742-5789DAD48143}"/>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F7FC7185-46A5-47B1-94C5-0D262D4B854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0115" name="Rectangle 3">
            <a:extLst>
              <a:ext uri="{FF2B5EF4-FFF2-40B4-BE49-F238E27FC236}">
                <a16:creationId xmlns:a16="http://schemas.microsoft.com/office/drawing/2014/main" id="{C72CABD8-EEC7-49FC-B306-385057E5E665}"/>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3D3D7A37-A14E-4B84-AAF4-DD48E05BD5C4}"/>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163" name="Rectangle 3">
            <a:extLst>
              <a:ext uri="{FF2B5EF4-FFF2-40B4-BE49-F238E27FC236}">
                <a16:creationId xmlns:a16="http://schemas.microsoft.com/office/drawing/2014/main" id="{150849F3-7766-435F-A2E1-5EBEDFEE792E}"/>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C403E7FC-6206-405C-B219-79DCCDC72F16}"/>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4211" name="Rectangle 3">
            <a:extLst>
              <a:ext uri="{FF2B5EF4-FFF2-40B4-BE49-F238E27FC236}">
                <a16:creationId xmlns:a16="http://schemas.microsoft.com/office/drawing/2014/main" id="{C810DAC0-C702-42A5-A7C2-66C4F9B275E1}"/>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F77264B0-4ADC-469A-B06C-8ABF81CC414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6259" name="Rectangle 3">
            <a:extLst>
              <a:ext uri="{FF2B5EF4-FFF2-40B4-BE49-F238E27FC236}">
                <a16:creationId xmlns:a16="http://schemas.microsoft.com/office/drawing/2014/main" id="{65E3D5DF-A1E1-4AC7-9D5D-2E0BC8B9C4CC}"/>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89072336-7A37-4AB4-8355-ADCB82C91C0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8307" name="Rectangle 3">
            <a:extLst>
              <a:ext uri="{FF2B5EF4-FFF2-40B4-BE49-F238E27FC236}">
                <a16:creationId xmlns:a16="http://schemas.microsoft.com/office/drawing/2014/main" id="{140F9CE5-7DC6-493E-96CE-62FA82785004}"/>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1">
            <a:extLst>
              <a:ext uri="{FF2B5EF4-FFF2-40B4-BE49-F238E27FC236}">
                <a16:creationId xmlns:a16="http://schemas.microsoft.com/office/drawing/2014/main" id="{61FC91DB-7ADF-4F5A-BE25-54B5E3D6A24C}"/>
              </a:ext>
            </a:extLst>
          </p:cNvPr>
          <p:cNvGrpSpPr>
            <a:grpSpLocks/>
          </p:cNvGrpSpPr>
          <p:nvPr/>
        </p:nvGrpSpPr>
        <p:grpSpPr bwMode="auto">
          <a:xfrm>
            <a:off x="0" y="114300"/>
            <a:ext cx="9142413" cy="6742113"/>
            <a:chOff x="0" y="72"/>
            <a:chExt cx="5759" cy="4247"/>
          </a:xfrm>
        </p:grpSpPr>
        <p:sp>
          <p:nvSpPr>
            <p:cNvPr id="5" name="Rectangle 2">
              <a:extLst>
                <a:ext uri="{FF2B5EF4-FFF2-40B4-BE49-F238E27FC236}">
                  <a16:creationId xmlns:a16="http://schemas.microsoft.com/office/drawing/2014/main" id="{71927960-2F8B-4333-9003-3DB92F56F481}"/>
                </a:ext>
              </a:extLst>
            </p:cNvPr>
            <p:cNvSpPr>
              <a:spLocks noChangeArrowheads="1"/>
            </p:cNvSpPr>
            <p:nvPr/>
          </p:nvSpPr>
          <p:spPr bwMode="hidden">
            <a:xfrm>
              <a:off x="0" y="2112"/>
              <a:ext cx="5759" cy="2207"/>
            </a:xfrm>
            <a:prstGeom prst="rect">
              <a:avLst/>
            </a:prstGeom>
            <a:solidFill>
              <a:schemeClr val="bg1"/>
            </a:soli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30">
              <a:extLst>
                <a:ext uri="{FF2B5EF4-FFF2-40B4-BE49-F238E27FC236}">
                  <a16:creationId xmlns:a16="http://schemas.microsoft.com/office/drawing/2014/main" id="{40FC582F-6612-4C14-99AD-1BEEABB34391}"/>
                </a:ext>
              </a:extLst>
            </p:cNvPr>
            <p:cNvGrpSpPr>
              <a:grpSpLocks/>
            </p:cNvGrpSpPr>
            <p:nvPr/>
          </p:nvGrpSpPr>
          <p:grpSpPr bwMode="auto">
            <a:xfrm>
              <a:off x="0" y="72"/>
              <a:ext cx="5759" cy="2040"/>
              <a:chOff x="0" y="72"/>
              <a:chExt cx="5759" cy="2040"/>
            </a:xfrm>
          </p:grpSpPr>
          <p:sp>
            <p:nvSpPr>
              <p:cNvPr id="7" name="Rectangle 3">
                <a:extLst>
                  <a:ext uri="{FF2B5EF4-FFF2-40B4-BE49-F238E27FC236}">
                    <a16:creationId xmlns:a16="http://schemas.microsoft.com/office/drawing/2014/main" id="{A42B4868-8E85-4E67-9A7E-0EA85A096585}"/>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9">
                <a:extLst>
                  <a:ext uri="{FF2B5EF4-FFF2-40B4-BE49-F238E27FC236}">
                    <a16:creationId xmlns:a16="http://schemas.microsoft.com/office/drawing/2014/main" id="{BDD480BE-E0B8-4DCC-9F8D-21628FAF588C}"/>
                  </a:ext>
                </a:extLst>
              </p:cNvPr>
              <p:cNvGrpSpPr>
                <a:grpSpLocks/>
              </p:cNvGrpSpPr>
              <p:nvPr/>
            </p:nvGrpSpPr>
            <p:grpSpPr bwMode="auto">
              <a:xfrm>
                <a:off x="2289" y="72"/>
                <a:ext cx="1440" cy="1984"/>
                <a:chOff x="2289" y="72"/>
                <a:chExt cx="1440" cy="1984"/>
              </a:xfrm>
            </p:grpSpPr>
            <p:sp>
              <p:nvSpPr>
                <p:cNvPr id="29" name="Freeform 4">
                  <a:extLst>
                    <a:ext uri="{FF2B5EF4-FFF2-40B4-BE49-F238E27FC236}">
                      <a16:creationId xmlns:a16="http://schemas.microsoft.com/office/drawing/2014/main" id="{168EE059-6BB5-42C5-96E3-66D90C9B9F3D}"/>
                    </a:ext>
                  </a:extLst>
                </p:cNvPr>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5">
                  <a:extLst>
                    <a:ext uri="{FF2B5EF4-FFF2-40B4-BE49-F238E27FC236}">
                      <a16:creationId xmlns:a16="http://schemas.microsoft.com/office/drawing/2014/main" id="{9E5D42EF-22AB-4645-BBFD-4F6971CB4700}"/>
                    </a:ext>
                  </a:extLst>
                </p:cNvPr>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6">
                  <a:extLst>
                    <a:ext uri="{FF2B5EF4-FFF2-40B4-BE49-F238E27FC236}">
                      <a16:creationId xmlns:a16="http://schemas.microsoft.com/office/drawing/2014/main" id="{897446EE-2740-42A8-9EEB-118C99368CAF}"/>
                    </a:ext>
                  </a:extLst>
                </p:cNvPr>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7">
                  <a:extLst>
                    <a:ext uri="{FF2B5EF4-FFF2-40B4-BE49-F238E27FC236}">
                      <a16:creationId xmlns:a16="http://schemas.microsoft.com/office/drawing/2014/main" id="{D28D7690-CB0B-4620-8A92-57BCA6DA968E}"/>
                    </a:ext>
                  </a:extLst>
                </p:cNvPr>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Freeform 8">
                  <a:extLst>
                    <a:ext uri="{FF2B5EF4-FFF2-40B4-BE49-F238E27FC236}">
                      <a16:creationId xmlns:a16="http://schemas.microsoft.com/office/drawing/2014/main" id="{5765BC86-DECA-4DEA-B069-2914D53EAEF9}"/>
                    </a:ext>
                  </a:extLst>
                </p:cNvPr>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 name="Oval 10">
                <a:extLst>
                  <a:ext uri="{FF2B5EF4-FFF2-40B4-BE49-F238E27FC236}">
                    <a16:creationId xmlns:a16="http://schemas.microsoft.com/office/drawing/2014/main" id="{09888EB4-3B26-49B0-9054-3F442DFD260B}"/>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 name="Group 29">
                <a:extLst>
                  <a:ext uri="{FF2B5EF4-FFF2-40B4-BE49-F238E27FC236}">
                    <a16:creationId xmlns:a16="http://schemas.microsoft.com/office/drawing/2014/main" id="{B9D4BEEF-5BB3-4E90-9095-AE08BE9896A9}"/>
                  </a:ext>
                </a:extLst>
              </p:cNvPr>
              <p:cNvGrpSpPr>
                <a:grpSpLocks/>
              </p:cNvGrpSpPr>
              <p:nvPr/>
            </p:nvGrpSpPr>
            <p:grpSpPr bwMode="auto">
              <a:xfrm>
                <a:off x="2071" y="406"/>
                <a:ext cx="1392" cy="1109"/>
                <a:chOff x="2071" y="406"/>
                <a:chExt cx="1392" cy="1109"/>
              </a:xfrm>
            </p:grpSpPr>
            <p:sp>
              <p:nvSpPr>
                <p:cNvPr id="11" name="Freeform 11">
                  <a:extLst>
                    <a:ext uri="{FF2B5EF4-FFF2-40B4-BE49-F238E27FC236}">
                      <a16:creationId xmlns:a16="http://schemas.microsoft.com/office/drawing/2014/main" id="{59EF1FB1-AEFF-4676-AD82-C39B502E736F}"/>
                    </a:ext>
                  </a:extLst>
                </p:cNvPr>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2">
                  <a:extLst>
                    <a:ext uri="{FF2B5EF4-FFF2-40B4-BE49-F238E27FC236}">
                      <a16:creationId xmlns:a16="http://schemas.microsoft.com/office/drawing/2014/main" id="{6C75F2F0-4B08-40AC-8E73-2B8D8891CD6F}"/>
                    </a:ext>
                  </a:extLst>
                </p:cNvPr>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3">
                  <a:extLst>
                    <a:ext uri="{FF2B5EF4-FFF2-40B4-BE49-F238E27FC236}">
                      <a16:creationId xmlns:a16="http://schemas.microsoft.com/office/drawing/2014/main" id="{A2D58DBB-835B-4D45-BE27-3DF11D0E8FA0}"/>
                    </a:ext>
                  </a:extLst>
                </p:cNvPr>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4">
                  <a:extLst>
                    <a:ext uri="{FF2B5EF4-FFF2-40B4-BE49-F238E27FC236}">
                      <a16:creationId xmlns:a16="http://schemas.microsoft.com/office/drawing/2014/main" id="{437C4EB7-F055-4001-A409-0D3789A09CCA}"/>
                    </a:ext>
                  </a:extLst>
                </p:cNvPr>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5">
                  <a:extLst>
                    <a:ext uri="{FF2B5EF4-FFF2-40B4-BE49-F238E27FC236}">
                      <a16:creationId xmlns:a16="http://schemas.microsoft.com/office/drawing/2014/main" id="{A3A9430C-E256-41E4-8B42-D8AEF67883F2}"/>
                    </a:ext>
                  </a:extLst>
                </p:cNvPr>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6">
                  <a:extLst>
                    <a:ext uri="{FF2B5EF4-FFF2-40B4-BE49-F238E27FC236}">
                      <a16:creationId xmlns:a16="http://schemas.microsoft.com/office/drawing/2014/main" id="{49630AAD-236C-42D4-8D0B-AFA88CAC1DAA}"/>
                    </a:ext>
                  </a:extLst>
                </p:cNvPr>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7">
                  <a:extLst>
                    <a:ext uri="{FF2B5EF4-FFF2-40B4-BE49-F238E27FC236}">
                      <a16:creationId xmlns:a16="http://schemas.microsoft.com/office/drawing/2014/main" id="{41CB7C81-78CF-4FC3-BB43-86D7CBD86D0B}"/>
                    </a:ext>
                  </a:extLst>
                </p:cNvPr>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18">
                  <a:extLst>
                    <a:ext uri="{FF2B5EF4-FFF2-40B4-BE49-F238E27FC236}">
                      <a16:creationId xmlns:a16="http://schemas.microsoft.com/office/drawing/2014/main" id="{4887CB1A-7B48-42EC-8EF9-958FA9F7EDAD}"/>
                    </a:ext>
                  </a:extLst>
                </p:cNvPr>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19">
                  <a:extLst>
                    <a:ext uri="{FF2B5EF4-FFF2-40B4-BE49-F238E27FC236}">
                      <a16:creationId xmlns:a16="http://schemas.microsoft.com/office/drawing/2014/main" id="{3D576805-FD94-4E3A-A504-AA3284929A8B}"/>
                    </a:ext>
                  </a:extLst>
                </p:cNvPr>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0">
                  <a:extLst>
                    <a:ext uri="{FF2B5EF4-FFF2-40B4-BE49-F238E27FC236}">
                      <a16:creationId xmlns:a16="http://schemas.microsoft.com/office/drawing/2014/main" id="{9A7D591C-25D2-47D8-9E77-26523B70EB70}"/>
                    </a:ext>
                  </a:extLst>
                </p:cNvPr>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1">
                  <a:extLst>
                    <a:ext uri="{FF2B5EF4-FFF2-40B4-BE49-F238E27FC236}">
                      <a16:creationId xmlns:a16="http://schemas.microsoft.com/office/drawing/2014/main" id="{444B6402-191B-411F-B107-16522A1671BE}"/>
                    </a:ext>
                  </a:extLst>
                </p:cNvPr>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2">
                  <a:extLst>
                    <a:ext uri="{FF2B5EF4-FFF2-40B4-BE49-F238E27FC236}">
                      <a16:creationId xmlns:a16="http://schemas.microsoft.com/office/drawing/2014/main" id="{35E915C1-8462-4C34-8587-DF5E6C68EB62}"/>
                    </a:ext>
                  </a:extLst>
                </p:cNvPr>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3">
                  <a:extLst>
                    <a:ext uri="{FF2B5EF4-FFF2-40B4-BE49-F238E27FC236}">
                      <a16:creationId xmlns:a16="http://schemas.microsoft.com/office/drawing/2014/main" id="{980DC663-7CCB-4F15-BA5D-6DE0D251F967}"/>
                    </a:ext>
                  </a:extLst>
                </p:cNvPr>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4">
                  <a:extLst>
                    <a:ext uri="{FF2B5EF4-FFF2-40B4-BE49-F238E27FC236}">
                      <a16:creationId xmlns:a16="http://schemas.microsoft.com/office/drawing/2014/main" id="{9E29EFC0-9E25-4A72-A0E4-77E4F9ABFEA7}"/>
                    </a:ext>
                  </a:extLst>
                </p:cNvPr>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5">
                  <a:extLst>
                    <a:ext uri="{FF2B5EF4-FFF2-40B4-BE49-F238E27FC236}">
                      <a16:creationId xmlns:a16="http://schemas.microsoft.com/office/drawing/2014/main" id="{F753A5FB-8918-4B2A-8F58-FD5C09DFC447}"/>
                    </a:ext>
                  </a:extLst>
                </p:cNvPr>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6">
                  <a:extLst>
                    <a:ext uri="{FF2B5EF4-FFF2-40B4-BE49-F238E27FC236}">
                      <a16:creationId xmlns:a16="http://schemas.microsoft.com/office/drawing/2014/main" id="{FE3649D4-B83D-4B05-91BE-D908C3764247}"/>
                    </a:ext>
                  </a:extLst>
                </p:cNvPr>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Freeform 27">
                  <a:extLst>
                    <a:ext uri="{FF2B5EF4-FFF2-40B4-BE49-F238E27FC236}">
                      <a16:creationId xmlns:a16="http://schemas.microsoft.com/office/drawing/2014/main" id="{8ECC7FBC-6EC0-4D53-9EBE-5ED45CBDD82E}"/>
                    </a:ext>
                  </a:extLst>
                </p:cNvPr>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Freeform 28">
                  <a:extLst>
                    <a:ext uri="{FF2B5EF4-FFF2-40B4-BE49-F238E27FC236}">
                      <a16:creationId xmlns:a16="http://schemas.microsoft.com/office/drawing/2014/main" id="{359AF7C1-C766-45D7-A86F-28F8AB04C41D}"/>
                    </a:ext>
                  </a:extLst>
                </p:cNvPr>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4" name="Rectangle 34">
            <a:extLst>
              <a:ext uri="{FF2B5EF4-FFF2-40B4-BE49-F238E27FC236}">
                <a16:creationId xmlns:a16="http://schemas.microsoft.com/office/drawing/2014/main" id="{8F400BA4-6A40-46F1-B7AC-59CB57C74BDC}"/>
              </a:ext>
            </a:extLst>
          </p:cNvPr>
          <p:cNvSpPr>
            <a:spLocks noGrp="1" noChangeArrowheads="1"/>
          </p:cNvSpPr>
          <p:nvPr>
            <p:ph type="dt" sz="quarter" idx="10"/>
          </p:nvPr>
        </p:nvSpPr>
        <p:spPr/>
        <p:txBody>
          <a:bodyPr/>
          <a:lstStyle>
            <a:lvl1pPr>
              <a:defRPr/>
            </a:lvl1pPr>
          </a:lstStyle>
          <a:p>
            <a:pPr>
              <a:defRPr/>
            </a:pPr>
            <a:endParaRPr lang="en-US"/>
          </a:p>
        </p:txBody>
      </p:sp>
      <p:sp>
        <p:nvSpPr>
          <p:cNvPr id="35" name="Rectangle 35">
            <a:extLst>
              <a:ext uri="{FF2B5EF4-FFF2-40B4-BE49-F238E27FC236}">
                <a16:creationId xmlns:a16="http://schemas.microsoft.com/office/drawing/2014/main" id="{530FE8AD-9622-4D9C-87BB-64811E0DEC1F}"/>
              </a:ext>
            </a:extLst>
          </p:cNvPr>
          <p:cNvSpPr>
            <a:spLocks noGrp="1" noChangeArrowheads="1"/>
          </p:cNvSpPr>
          <p:nvPr>
            <p:ph type="ftr" sz="quarter" idx="11"/>
          </p:nvPr>
        </p:nvSpPr>
        <p:spPr bwMode="auto">
          <a:xfrm>
            <a:off x="3124200" y="6400800"/>
            <a:ext cx="2895600" cy="457200"/>
          </a:xfrm>
          <a:prstGeom prst="rect">
            <a:avLst/>
          </a:prstGeom>
        </p:spPr>
        <p:txBody>
          <a:bodyPr vert="horz" wrap="none" lIns="92075" tIns="46038" rIns="92075" bIns="46038" numCol="1" anchor="ctr" anchorCtr="0" compatLnSpc="1">
            <a:prstTxWarp prst="textNoShape">
              <a:avLst/>
            </a:prstTxWarp>
          </a:bodyPr>
          <a:lstStyle>
            <a:lvl1pPr algn="ctr">
              <a:defRPr sz="1400"/>
            </a:lvl1pPr>
          </a:lstStyle>
          <a:p>
            <a:pPr>
              <a:defRPr/>
            </a:pPr>
            <a:r>
              <a:rPr lang="en-US"/>
              <a:t>Liang, Introduction to Java Programming and Data Structures, Twelfth Edition, (c) 2020  Pearson Education, Inc. All rights reserved. </a:t>
            </a:r>
          </a:p>
        </p:txBody>
      </p:sp>
      <p:sp>
        <p:nvSpPr>
          <p:cNvPr id="36" name="Rectangle 36">
            <a:extLst>
              <a:ext uri="{FF2B5EF4-FFF2-40B4-BE49-F238E27FC236}">
                <a16:creationId xmlns:a16="http://schemas.microsoft.com/office/drawing/2014/main" id="{FD20E48A-B6FB-4B76-95F8-3BCC5E596D21}"/>
              </a:ext>
            </a:extLst>
          </p:cNvPr>
          <p:cNvSpPr>
            <a:spLocks noGrp="1" noChangeArrowheads="1"/>
          </p:cNvSpPr>
          <p:nvPr>
            <p:ph type="sldNum" sz="quarter" idx="12"/>
          </p:nvPr>
        </p:nvSpPr>
        <p:spPr>
          <a:xfrm>
            <a:off x="6553200" y="6400800"/>
            <a:ext cx="1905000" cy="457200"/>
          </a:xfrm>
        </p:spPr>
        <p:txBody>
          <a:bodyPr/>
          <a:lstStyle>
            <a:lvl1pPr>
              <a:defRPr/>
            </a:lvl1pPr>
          </a:lstStyle>
          <a:p>
            <a:fld id="{216DFE8A-FED3-48FC-8188-1C8B7380FD2B}" type="slidenum">
              <a:rPr lang="en-US" altLang="en-US" smtClean="0"/>
              <a:pPr/>
              <a:t>‹#›</a:t>
            </a:fld>
            <a:endParaRPr lang="en-US" altLang="en-US"/>
          </a:p>
        </p:txBody>
      </p:sp>
    </p:spTree>
    <p:extLst>
      <p:ext uri="{BB962C8B-B14F-4D97-AF65-F5344CB8AC3E}">
        <p14:creationId xmlns:p14="http://schemas.microsoft.com/office/powerpoint/2010/main" val="3478106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7A1450D0-5C6B-4A7D-9DD3-12ABC6CE74D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77C3EC62-E8ED-4B3A-A7A4-D2AC4B0772FA}"/>
              </a:ext>
            </a:extLst>
          </p:cNvPr>
          <p:cNvSpPr>
            <a:spLocks noGrp="1" noChangeArrowheads="1"/>
          </p:cNvSpPr>
          <p:nvPr>
            <p:ph type="sldNum" sz="quarter" idx="11"/>
          </p:nvPr>
        </p:nvSpPr>
        <p:spPr>
          <a:ln/>
        </p:spPr>
        <p:txBody>
          <a:bodyPr/>
          <a:lstStyle>
            <a:lvl1pPr>
              <a:defRPr/>
            </a:lvl1pPr>
          </a:lstStyle>
          <a:p>
            <a:fld id="{99927B98-78D7-472A-992A-395869989998}" type="slidenum">
              <a:rPr lang="en-US" altLang="en-US" smtClean="0"/>
              <a:pPr/>
              <a:t>‹#›</a:t>
            </a:fld>
            <a:endParaRPr lang="en-US" altLang="en-US"/>
          </a:p>
        </p:txBody>
      </p:sp>
    </p:spTree>
    <p:extLst>
      <p:ext uri="{BB962C8B-B14F-4D97-AF65-F5344CB8AC3E}">
        <p14:creationId xmlns:p14="http://schemas.microsoft.com/office/powerpoint/2010/main" val="3976198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74D14C60-F19C-4EB2-AD48-30730C45662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A7531466-45D1-4A3D-AD82-112BB8F64248}"/>
              </a:ext>
            </a:extLst>
          </p:cNvPr>
          <p:cNvSpPr>
            <a:spLocks noGrp="1" noChangeArrowheads="1"/>
          </p:cNvSpPr>
          <p:nvPr>
            <p:ph type="sldNum" sz="quarter" idx="11"/>
          </p:nvPr>
        </p:nvSpPr>
        <p:spPr>
          <a:ln/>
        </p:spPr>
        <p:txBody>
          <a:bodyPr/>
          <a:lstStyle>
            <a:lvl1pPr>
              <a:defRPr/>
            </a:lvl1pPr>
          </a:lstStyle>
          <a:p>
            <a:fld id="{97D37937-C59E-4BD8-8AF0-F68AFB3B89D1}" type="slidenum">
              <a:rPr lang="en-US" altLang="en-US" smtClean="0"/>
              <a:pPr/>
              <a:t>‹#›</a:t>
            </a:fld>
            <a:endParaRPr lang="en-US" altLang="en-US"/>
          </a:p>
        </p:txBody>
      </p:sp>
    </p:spTree>
    <p:extLst>
      <p:ext uri="{BB962C8B-B14F-4D97-AF65-F5344CB8AC3E}">
        <p14:creationId xmlns:p14="http://schemas.microsoft.com/office/powerpoint/2010/main" val="1772754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068F10D1-1835-4088-AD0B-6C7BADD5959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29AAEAB9-5939-47B3-869D-BB65143F9100}"/>
              </a:ext>
            </a:extLst>
          </p:cNvPr>
          <p:cNvSpPr>
            <a:spLocks noGrp="1" noChangeArrowheads="1"/>
          </p:cNvSpPr>
          <p:nvPr>
            <p:ph type="sldNum" sz="quarter" idx="11"/>
          </p:nvPr>
        </p:nvSpPr>
        <p:spPr>
          <a:ln/>
        </p:spPr>
        <p:txBody>
          <a:bodyPr/>
          <a:lstStyle>
            <a:lvl1pPr>
              <a:defRPr/>
            </a:lvl1pPr>
          </a:lstStyle>
          <a:p>
            <a:fld id="{90E9081A-ECF4-417C-B13E-BDC534871751}" type="slidenum">
              <a:rPr lang="en-US" altLang="en-US" smtClean="0"/>
              <a:pPr/>
              <a:t>‹#›</a:t>
            </a:fld>
            <a:endParaRPr lang="en-US" altLang="en-US"/>
          </a:p>
        </p:txBody>
      </p:sp>
    </p:spTree>
    <p:extLst>
      <p:ext uri="{BB962C8B-B14F-4D97-AF65-F5344CB8AC3E}">
        <p14:creationId xmlns:p14="http://schemas.microsoft.com/office/powerpoint/2010/main" val="4153630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C09A7E37-3E64-47AD-9ADC-4BD16748DDF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4">
            <a:extLst>
              <a:ext uri="{FF2B5EF4-FFF2-40B4-BE49-F238E27FC236}">
                <a16:creationId xmlns:a16="http://schemas.microsoft.com/office/drawing/2014/main" id="{2694643A-125A-4E28-A1E6-1B4FDDA66662}"/>
              </a:ext>
            </a:extLst>
          </p:cNvPr>
          <p:cNvSpPr>
            <a:spLocks noGrp="1" noChangeArrowheads="1"/>
          </p:cNvSpPr>
          <p:nvPr>
            <p:ph type="sldNum" sz="quarter" idx="11"/>
          </p:nvPr>
        </p:nvSpPr>
        <p:spPr>
          <a:ln/>
        </p:spPr>
        <p:txBody>
          <a:bodyPr/>
          <a:lstStyle>
            <a:lvl1pPr>
              <a:defRPr/>
            </a:lvl1pPr>
          </a:lstStyle>
          <a:p>
            <a:fld id="{50E026CF-5D8A-433C-9AD7-4017AA01AE4C}" type="slidenum">
              <a:rPr lang="en-US" altLang="en-US" smtClean="0"/>
              <a:pPr/>
              <a:t>‹#›</a:t>
            </a:fld>
            <a:endParaRPr lang="en-US" altLang="en-US"/>
          </a:p>
        </p:txBody>
      </p:sp>
    </p:spTree>
    <p:extLst>
      <p:ext uri="{BB962C8B-B14F-4D97-AF65-F5344CB8AC3E}">
        <p14:creationId xmlns:p14="http://schemas.microsoft.com/office/powerpoint/2010/main" val="1597987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391C5B43-3D44-4A5D-BB40-26F113E38ED2}"/>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34">
            <a:extLst>
              <a:ext uri="{FF2B5EF4-FFF2-40B4-BE49-F238E27FC236}">
                <a16:creationId xmlns:a16="http://schemas.microsoft.com/office/drawing/2014/main" id="{2094C956-0F22-4D91-B62A-26663564D2FB}"/>
              </a:ext>
            </a:extLst>
          </p:cNvPr>
          <p:cNvSpPr>
            <a:spLocks noGrp="1" noChangeArrowheads="1"/>
          </p:cNvSpPr>
          <p:nvPr>
            <p:ph type="sldNum" sz="quarter" idx="11"/>
          </p:nvPr>
        </p:nvSpPr>
        <p:spPr>
          <a:ln/>
        </p:spPr>
        <p:txBody>
          <a:bodyPr/>
          <a:lstStyle>
            <a:lvl1pPr>
              <a:defRPr/>
            </a:lvl1pPr>
          </a:lstStyle>
          <a:p>
            <a:fld id="{9B9348E6-AFBF-4B6F-8ADD-6C7F5B6DA992}" type="slidenum">
              <a:rPr lang="en-US" altLang="en-US" smtClean="0"/>
              <a:pPr/>
              <a:t>‹#›</a:t>
            </a:fld>
            <a:endParaRPr lang="en-US" altLang="en-US"/>
          </a:p>
        </p:txBody>
      </p:sp>
    </p:spTree>
    <p:extLst>
      <p:ext uri="{BB962C8B-B14F-4D97-AF65-F5344CB8AC3E}">
        <p14:creationId xmlns:p14="http://schemas.microsoft.com/office/powerpoint/2010/main" val="1627031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BC947A72-855F-404F-9E57-C8FFAA973EBE}"/>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34">
            <a:extLst>
              <a:ext uri="{FF2B5EF4-FFF2-40B4-BE49-F238E27FC236}">
                <a16:creationId xmlns:a16="http://schemas.microsoft.com/office/drawing/2014/main" id="{F121E76E-222C-4DD0-B702-E2DEE761CE89}"/>
              </a:ext>
            </a:extLst>
          </p:cNvPr>
          <p:cNvSpPr>
            <a:spLocks noGrp="1" noChangeArrowheads="1"/>
          </p:cNvSpPr>
          <p:nvPr>
            <p:ph type="sldNum" sz="quarter" idx="11"/>
          </p:nvPr>
        </p:nvSpPr>
        <p:spPr>
          <a:ln/>
        </p:spPr>
        <p:txBody>
          <a:bodyPr/>
          <a:lstStyle>
            <a:lvl1pPr>
              <a:defRPr/>
            </a:lvl1pPr>
          </a:lstStyle>
          <a:p>
            <a:fld id="{824135C1-0F70-439D-986E-D30FCD26151D}" type="slidenum">
              <a:rPr lang="en-US" altLang="en-US" smtClean="0"/>
              <a:pPr/>
              <a:t>‹#›</a:t>
            </a:fld>
            <a:endParaRPr lang="en-US" altLang="en-US"/>
          </a:p>
        </p:txBody>
      </p:sp>
    </p:spTree>
    <p:extLst>
      <p:ext uri="{BB962C8B-B14F-4D97-AF65-F5344CB8AC3E}">
        <p14:creationId xmlns:p14="http://schemas.microsoft.com/office/powerpoint/2010/main" val="2291958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0B25BBF2-0F2C-4F7A-A9C7-E1BA50459BA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80CB4D2C-1260-4158-8D07-953D305F2001}"/>
              </a:ext>
            </a:extLst>
          </p:cNvPr>
          <p:cNvSpPr>
            <a:spLocks noGrp="1" noChangeArrowheads="1"/>
          </p:cNvSpPr>
          <p:nvPr>
            <p:ph type="sldNum" sz="quarter" idx="11"/>
          </p:nvPr>
        </p:nvSpPr>
        <p:spPr>
          <a:ln/>
        </p:spPr>
        <p:txBody>
          <a:bodyPr/>
          <a:lstStyle>
            <a:lvl1pPr>
              <a:defRPr/>
            </a:lvl1pPr>
          </a:lstStyle>
          <a:p>
            <a:fld id="{9734B60E-CD77-4A30-BB88-8D1CEC0731B6}" type="slidenum">
              <a:rPr lang="en-US" altLang="en-US" smtClean="0"/>
              <a:pPr/>
              <a:t>‹#›</a:t>
            </a:fld>
            <a:endParaRPr lang="en-US" altLang="en-US"/>
          </a:p>
        </p:txBody>
      </p:sp>
    </p:spTree>
    <p:extLst>
      <p:ext uri="{BB962C8B-B14F-4D97-AF65-F5344CB8AC3E}">
        <p14:creationId xmlns:p14="http://schemas.microsoft.com/office/powerpoint/2010/main" val="1999450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BB6E36BF-FAC7-4094-AC32-501A1DB4DD6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EB0E6CA6-653C-48AC-AC21-4339465C6A72}"/>
              </a:ext>
            </a:extLst>
          </p:cNvPr>
          <p:cNvSpPr>
            <a:spLocks noGrp="1" noChangeArrowheads="1"/>
          </p:cNvSpPr>
          <p:nvPr>
            <p:ph type="sldNum" sz="quarter" idx="11"/>
          </p:nvPr>
        </p:nvSpPr>
        <p:spPr>
          <a:ln/>
        </p:spPr>
        <p:txBody>
          <a:bodyPr/>
          <a:lstStyle>
            <a:lvl1pPr>
              <a:defRPr/>
            </a:lvl1pPr>
          </a:lstStyle>
          <a:p>
            <a:fld id="{DCEE6E37-7F24-4C30-B8A3-A198C84130DB}" type="slidenum">
              <a:rPr lang="en-US" altLang="en-US" smtClean="0"/>
              <a:pPr/>
              <a:t>‹#›</a:t>
            </a:fld>
            <a:endParaRPr lang="en-US" altLang="en-US"/>
          </a:p>
        </p:txBody>
      </p:sp>
    </p:spTree>
    <p:extLst>
      <p:ext uri="{BB962C8B-B14F-4D97-AF65-F5344CB8AC3E}">
        <p14:creationId xmlns:p14="http://schemas.microsoft.com/office/powerpoint/2010/main" val="1952051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46254852-8B45-4626-BCE8-A641E688986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DBE0E510-CD38-4382-89DE-C76584A1A7F4}"/>
              </a:ext>
            </a:extLst>
          </p:cNvPr>
          <p:cNvSpPr>
            <a:spLocks noGrp="1" noChangeArrowheads="1"/>
          </p:cNvSpPr>
          <p:nvPr>
            <p:ph type="sldNum" sz="quarter" idx="11"/>
          </p:nvPr>
        </p:nvSpPr>
        <p:spPr>
          <a:ln/>
        </p:spPr>
        <p:txBody>
          <a:bodyPr/>
          <a:lstStyle>
            <a:lvl1pPr>
              <a:defRPr/>
            </a:lvl1pPr>
          </a:lstStyle>
          <a:p>
            <a:fld id="{B8D93453-C091-4267-AB97-4583BD62F999}" type="slidenum">
              <a:rPr lang="en-US" altLang="en-US" smtClean="0"/>
              <a:pPr/>
              <a:t>‹#›</a:t>
            </a:fld>
            <a:endParaRPr lang="en-US" altLang="en-US"/>
          </a:p>
        </p:txBody>
      </p:sp>
    </p:spTree>
    <p:extLst>
      <p:ext uri="{BB962C8B-B14F-4D97-AF65-F5344CB8AC3E}">
        <p14:creationId xmlns:p14="http://schemas.microsoft.com/office/powerpoint/2010/main" val="1794481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0D7007F0-B9D5-4051-892C-827B841066A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D3B930A4-2CF8-45C1-83CE-984693168F27}"/>
              </a:ext>
            </a:extLst>
          </p:cNvPr>
          <p:cNvSpPr>
            <a:spLocks noGrp="1" noChangeArrowheads="1"/>
          </p:cNvSpPr>
          <p:nvPr>
            <p:ph type="sldNum" sz="quarter" idx="11"/>
          </p:nvPr>
        </p:nvSpPr>
        <p:spPr>
          <a:ln/>
        </p:spPr>
        <p:txBody>
          <a:bodyPr/>
          <a:lstStyle>
            <a:lvl1pPr>
              <a:defRPr/>
            </a:lvl1pPr>
          </a:lstStyle>
          <a:p>
            <a:fld id="{B12FCA32-2E58-4EC2-899B-64A02B46FEF5}" type="slidenum">
              <a:rPr lang="en-US" altLang="en-US" smtClean="0"/>
              <a:pPr/>
              <a:t>‹#›</a:t>
            </a:fld>
            <a:endParaRPr lang="en-US" altLang="en-US"/>
          </a:p>
        </p:txBody>
      </p:sp>
    </p:spTree>
    <p:extLst>
      <p:ext uri="{BB962C8B-B14F-4D97-AF65-F5344CB8AC3E}">
        <p14:creationId xmlns:p14="http://schemas.microsoft.com/office/powerpoint/2010/main" val="18868930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8575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C712761A-9C89-4D5B-9404-D6576D290AD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588E4D5C-8884-4A84-A016-83EEE4093CD3}"/>
              </a:ext>
            </a:extLst>
          </p:cNvPr>
          <p:cNvSpPr>
            <a:spLocks noGrp="1" noChangeArrowheads="1"/>
          </p:cNvSpPr>
          <p:nvPr>
            <p:ph type="sldNum" sz="quarter" idx="11"/>
          </p:nvPr>
        </p:nvSpPr>
        <p:spPr>
          <a:ln/>
        </p:spPr>
        <p:txBody>
          <a:bodyPr/>
          <a:lstStyle>
            <a:lvl1pPr>
              <a:defRPr/>
            </a:lvl1pPr>
          </a:lstStyle>
          <a:p>
            <a:fld id="{69C83E9C-2D34-416F-9402-F70AFCE71E15}" type="slidenum">
              <a:rPr lang="en-US" altLang="en-US" smtClean="0"/>
              <a:pPr/>
              <a:t>‹#›</a:t>
            </a:fld>
            <a:endParaRPr lang="en-US" altLang="en-US"/>
          </a:p>
        </p:txBody>
      </p:sp>
    </p:spTree>
    <p:extLst>
      <p:ext uri="{BB962C8B-B14F-4D97-AF65-F5344CB8AC3E}">
        <p14:creationId xmlns:p14="http://schemas.microsoft.com/office/powerpoint/2010/main" val="410359824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9">
            <a:extLst>
              <a:ext uri="{FF2B5EF4-FFF2-40B4-BE49-F238E27FC236}">
                <a16:creationId xmlns:a16="http://schemas.microsoft.com/office/drawing/2014/main" id="{C3EC5D4F-7241-4D48-A4A7-0981C8FB188A}"/>
              </a:ext>
            </a:extLst>
          </p:cNvPr>
          <p:cNvGrpSpPr>
            <a:grpSpLocks/>
          </p:cNvGrpSpPr>
          <p:nvPr/>
        </p:nvGrpSpPr>
        <p:grpSpPr bwMode="auto">
          <a:xfrm>
            <a:off x="0" y="4367213"/>
            <a:ext cx="9131300" cy="2478087"/>
            <a:chOff x="0" y="2751"/>
            <a:chExt cx="5752" cy="1561"/>
          </a:xfrm>
        </p:grpSpPr>
        <p:sp>
          <p:nvSpPr>
            <p:cNvPr id="1032" name="Rectangle 2">
              <a:extLst>
                <a:ext uri="{FF2B5EF4-FFF2-40B4-BE49-F238E27FC236}">
                  <a16:creationId xmlns:a16="http://schemas.microsoft.com/office/drawing/2014/main" id="{EBFA5783-58D9-4D35-9CD0-554773E52F0B}"/>
                </a:ext>
              </a:extLst>
            </p:cNvPr>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4" name="Group 28">
              <a:extLst>
                <a:ext uri="{FF2B5EF4-FFF2-40B4-BE49-F238E27FC236}">
                  <a16:creationId xmlns:a16="http://schemas.microsoft.com/office/drawing/2014/main" id="{1739EB3B-E772-4FC7-BDBA-76ED5FAF222B}"/>
                </a:ext>
              </a:extLst>
            </p:cNvPr>
            <p:cNvGrpSpPr>
              <a:grpSpLocks/>
            </p:cNvGrpSpPr>
            <p:nvPr/>
          </p:nvGrpSpPr>
          <p:grpSpPr bwMode="auto">
            <a:xfrm>
              <a:off x="4458" y="2751"/>
              <a:ext cx="1190" cy="1426"/>
              <a:chOff x="4458" y="2751"/>
              <a:chExt cx="1190" cy="1426"/>
            </a:xfrm>
          </p:grpSpPr>
          <p:sp>
            <p:nvSpPr>
              <p:cNvPr id="1035" name="Freeform 3">
                <a:extLst>
                  <a:ext uri="{FF2B5EF4-FFF2-40B4-BE49-F238E27FC236}">
                    <a16:creationId xmlns:a16="http://schemas.microsoft.com/office/drawing/2014/main" id="{E390AD0B-045C-45AF-B2EA-4FD6A8679676}"/>
                  </a:ext>
                </a:extLst>
              </p:cNvPr>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6" name="Line 4">
                <a:extLst>
                  <a:ext uri="{FF2B5EF4-FFF2-40B4-BE49-F238E27FC236}">
                    <a16:creationId xmlns:a16="http://schemas.microsoft.com/office/drawing/2014/main" id="{29DDE5CF-6ED8-4BEC-A2AB-A210289ACA45}"/>
                  </a:ext>
                </a:extLst>
              </p:cNvPr>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5">
                <a:extLst>
                  <a:ext uri="{FF2B5EF4-FFF2-40B4-BE49-F238E27FC236}">
                    <a16:creationId xmlns:a16="http://schemas.microsoft.com/office/drawing/2014/main" id="{EA4D0DE6-A17E-4CD0-909A-7835D04A2F27}"/>
                  </a:ext>
                </a:extLst>
              </p:cNvPr>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Line 6">
                <a:extLst>
                  <a:ext uri="{FF2B5EF4-FFF2-40B4-BE49-F238E27FC236}">
                    <a16:creationId xmlns:a16="http://schemas.microsoft.com/office/drawing/2014/main" id="{B0C4E214-2BC7-4E89-9C34-E60765C9C33E}"/>
                  </a:ext>
                </a:extLst>
              </p:cNvPr>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9" name="Freeform 7">
                <a:extLst>
                  <a:ext uri="{FF2B5EF4-FFF2-40B4-BE49-F238E27FC236}">
                    <a16:creationId xmlns:a16="http://schemas.microsoft.com/office/drawing/2014/main" id="{4EBC01BC-C4AC-4FBE-A8D9-67FBD691B2C3}"/>
                  </a:ext>
                </a:extLst>
              </p:cNvPr>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Oval 8">
                <a:extLst>
                  <a:ext uri="{FF2B5EF4-FFF2-40B4-BE49-F238E27FC236}">
                    <a16:creationId xmlns:a16="http://schemas.microsoft.com/office/drawing/2014/main" id="{B5EFB3FB-0C0E-4A82-A156-B8549CFB8D8E}"/>
                  </a:ext>
                </a:extLst>
              </p:cNvPr>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1" name="Group 27">
                <a:extLst>
                  <a:ext uri="{FF2B5EF4-FFF2-40B4-BE49-F238E27FC236}">
                    <a16:creationId xmlns:a16="http://schemas.microsoft.com/office/drawing/2014/main" id="{7DAA45A8-E4FF-4B83-876D-31C506D7FA9D}"/>
                  </a:ext>
                </a:extLst>
              </p:cNvPr>
              <p:cNvGrpSpPr>
                <a:grpSpLocks/>
              </p:cNvGrpSpPr>
              <p:nvPr/>
            </p:nvGrpSpPr>
            <p:grpSpPr bwMode="auto">
              <a:xfrm>
                <a:off x="4458" y="2991"/>
                <a:ext cx="999" cy="797"/>
                <a:chOff x="4458" y="2991"/>
                <a:chExt cx="999" cy="797"/>
              </a:xfrm>
            </p:grpSpPr>
            <p:sp>
              <p:nvSpPr>
                <p:cNvPr id="1042" name="Freeform 9">
                  <a:extLst>
                    <a:ext uri="{FF2B5EF4-FFF2-40B4-BE49-F238E27FC236}">
                      <a16:creationId xmlns:a16="http://schemas.microsoft.com/office/drawing/2014/main" id="{10AF373A-5478-4732-8B93-C7FA2214DC06}"/>
                    </a:ext>
                  </a:extLst>
                </p:cNvPr>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0">
                  <a:extLst>
                    <a:ext uri="{FF2B5EF4-FFF2-40B4-BE49-F238E27FC236}">
                      <a16:creationId xmlns:a16="http://schemas.microsoft.com/office/drawing/2014/main" id="{18C3FF5F-1087-4A14-B05C-EF93FED535E3}"/>
                    </a:ext>
                  </a:extLst>
                </p:cNvPr>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1">
                  <a:extLst>
                    <a:ext uri="{FF2B5EF4-FFF2-40B4-BE49-F238E27FC236}">
                      <a16:creationId xmlns:a16="http://schemas.microsoft.com/office/drawing/2014/main" id="{768B6B30-DD10-4951-9D6F-0FE59F9AEC7A}"/>
                    </a:ext>
                  </a:extLst>
                </p:cNvPr>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2">
                  <a:extLst>
                    <a:ext uri="{FF2B5EF4-FFF2-40B4-BE49-F238E27FC236}">
                      <a16:creationId xmlns:a16="http://schemas.microsoft.com/office/drawing/2014/main" id="{F59CCDAA-0C06-4A12-A642-F7BE4F4AB7BA}"/>
                    </a:ext>
                  </a:extLst>
                </p:cNvPr>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3">
                  <a:extLst>
                    <a:ext uri="{FF2B5EF4-FFF2-40B4-BE49-F238E27FC236}">
                      <a16:creationId xmlns:a16="http://schemas.microsoft.com/office/drawing/2014/main" id="{088C8B6F-F05E-44F8-9265-BBB3EDA55A46}"/>
                    </a:ext>
                  </a:extLst>
                </p:cNvPr>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4">
                  <a:extLst>
                    <a:ext uri="{FF2B5EF4-FFF2-40B4-BE49-F238E27FC236}">
                      <a16:creationId xmlns:a16="http://schemas.microsoft.com/office/drawing/2014/main" id="{E48D41F2-F24F-45D4-842F-BD116865DBE1}"/>
                    </a:ext>
                  </a:extLst>
                </p:cNvPr>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5">
                  <a:extLst>
                    <a:ext uri="{FF2B5EF4-FFF2-40B4-BE49-F238E27FC236}">
                      <a16:creationId xmlns:a16="http://schemas.microsoft.com/office/drawing/2014/main" id="{6E3BF754-3A1F-40DB-A2B5-41FCE932A98D}"/>
                    </a:ext>
                  </a:extLst>
                </p:cNvPr>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6">
                  <a:extLst>
                    <a:ext uri="{FF2B5EF4-FFF2-40B4-BE49-F238E27FC236}">
                      <a16:creationId xmlns:a16="http://schemas.microsoft.com/office/drawing/2014/main" id="{318B4698-4323-4853-8C17-9F1F9E9F3D45}"/>
                    </a:ext>
                  </a:extLst>
                </p:cNvPr>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7">
                  <a:extLst>
                    <a:ext uri="{FF2B5EF4-FFF2-40B4-BE49-F238E27FC236}">
                      <a16:creationId xmlns:a16="http://schemas.microsoft.com/office/drawing/2014/main" id="{28585D53-7679-4221-AB50-808FA417F754}"/>
                    </a:ext>
                  </a:extLst>
                </p:cNvPr>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8">
                  <a:extLst>
                    <a:ext uri="{FF2B5EF4-FFF2-40B4-BE49-F238E27FC236}">
                      <a16:creationId xmlns:a16="http://schemas.microsoft.com/office/drawing/2014/main" id="{CAEDA6BB-ABDC-44FF-B8F1-57AF8920E62B}"/>
                    </a:ext>
                  </a:extLst>
                </p:cNvPr>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19">
                  <a:extLst>
                    <a:ext uri="{FF2B5EF4-FFF2-40B4-BE49-F238E27FC236}">
                      <a16:creationId xmlns:a16="http://schemas.microsoft.com/office/drawing/2014/main" id="{B52588C3-F7A7-4750-8958-9E46DC30128D}"/>
                    </a:ext>
                  </a:extLst>
                </p:cNvPr>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0">
                  <a:extLst>
                    <a:ext uri="{FF2B5EF4-FFF2-40B4-BE49-F238E27FC236}">
                      <a16:creationId xmlns:a16="http://schemas.microsoft.com/office/drawing/2014/main" id="{1B242CA3-251C-49A8-9F8B-3C36D19DAF99}"/>
                    </a:ext>
                  </a:extLst>
                </p:cNvPr>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1">
                  <a:extLst>
                    <a:ext uri="{FF2B5EF4-FFF2-40B4-BE49-F238E27FC236}">
                      <a16:creationId xmlns:a16="http://schemas.microsoft.com/office/drawing/2014/main" id="{934A00C5-C8F2-4AB7-9F6D-983AF931C1BD}"/>
                    </a:ext>
                  </a:extLst>
                </p:cNvPr>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2">
                  <a:extLst>
                    <a:ext uri="{FF2B5EF4-FFF2-40B4-BE49-F238E27FC236}">
                      <a16:creationId xmlns:a16="http://schemas.microsoft.com/office/drawing/2014/main" id="{56A807CD-D73B-4E85-BD9C-E48E63EFE8A6}"/>
                    </a:ext>
                  </a:extLst>
                </p:cNvPr>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3">
                  <a:extLst>
                    <a:ext uri="{FF2B5EF4-FFF2-40B4-BE49-F238E27FC236}">
                      <a16:creationId xmlns:a16="http://schemas.microsoft.com/office/drawing/2014/main" id="{E7FCF25E-43F2-47F9-84CA-88DA94BC6C90}"/>
                    </a:ext>
                  </a:extLst>
                </p:cNvPr>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4">
                  <a:extLst>
                    <a:ext uri="{FF2B5EF4-FFF2-40B4-BE49-F238E27FC236}">
                      <a16:creationId xmlns:a16="http://schemas.microsoft.com/office/drawing/2014/main" id="{941BF1B0-B0FC-4B26-87D2-8E92F0B923BB}"/>
                    </a:ext>
                  </a:extLst>
                </p:cNvPr>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 name="Freeform 25">
                  <a:extLst>
                    <a:ext uri="{FF2B5EF4-FFF2-40B4-BE49-F238E27FC236}">
                      <a16:creationId xmlns:a16="http://schemas.microsoft.com/office/drawing/2014/main" id="{58386E5A-8831-41BF-A518-267851851837}"/>
                    </a:ext>
                  </a:extLst>
                </p:cNvPr>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9" name="Freeform 26">
                  <a:extLst>
                    <a:ext uri="{FF2B5EF4-FFF2-40B4-BE49-F238E27FC236}">
                      <a16:creationId xmlns:a16="http://schemas.microsoft.com/office/drawing/2014/main" id="{42A36C76-0897-4DBC-8C24-F1DE13438B11}"/>
                    </a:ext>
                  </a:extLst>
                </p:cNvPr>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a:extLst>
              <a:ext uri="{FF2B5EF4-FFF2-40B4-BE49-F238E27FC236}">
                <a16:creationId xmlns:a16="http://schemas.microsoft.com/office/drawing/2014/main" id="{0C33E6C5-337F-4255-A1DA-43C86CD19DD8}"/>
              </a:ext>
            </a:extLst>
          </p:cNvPr>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31">
            <a:extLst>
              <a:ext uri="{FF2B5EF4-FFF2-40B4-BE49-F238E27FC236}">
                <a16:creationId xmlns:a16="http://schemas.microsoft.com/office/drawing/2014/main" id="{7299F587-A84B-44B9-8C48-AC1437FF5217}"/>
              </a:ext>
            </a:extLst>
          </p:cNvPr>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56" name="Rectangle 32">
            <a:extLst>
              <a:ext uri="{FF2B5EF4-FFF2-40B4-BE49-F238E27FC236}">
                <a16:creationId xmlns:a16="http://schemas.microsoft.com/office/drawing/2014/main" id="{039852B9-9585-4786-86B9-2B6A70406C43}"/>
              </a:ext>
            </a:extLst>
          </p:cNvPr>
          <p:cNvSpPr>
            <a:spLocks noGrp="1" noChangeArrowheads="1"/>
          </p:cNvSpPr>
          <p:nvPr>
            <p:ph type="dt" sz="half" idx="2"/>
          </p:nvPr>
        </p:nvSpPr>
        <p:spPr bwMode="auto">
          <a:xfrm>
            <a:off x="685800" y="6400800"/>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defRPr sz="1400"/>
            </a:lvl1pPr>
          </a:lstStyle>
          <a:p>
            <a:pPr>
              <a:defRPr/>
            </a:pPr>
            <a:endParaRPr lang="en-US"/>
          </a:p>
        </p:txBody>
      </p:sp>
      <p:sp>
        <p:nvSpPr>
          <p:cNvPr id="1058" name="Rectangle 34">
            <a:extLst>
              <a:ext uri="{FF2B5EF4-FFF2-40B4-BE49-F238E27FC236}">
                <a16:creationId xmlns:a16="http://schemas.microsoft.com/office/drawing/2014/main" id="{121C8707-69C6-4ACD-BD95-09F063A7B008}"/>
              </a:ext>
            </a:extLst>
          </p:cNvPr>
          <p:cNvSpPr>
            <a:spLocks noGrp="1" noChangeArrowheads="1"/>
          </p:cNvSpPr>
          <p:nvPr>
            <p:ph type="sldNum" sz="quarter" idx="4"/>
          </p:nvPr>
        </p:nvSpPr>
        <p:spPr bwMode="auto">
          <a:xfrm>
            <a:off x="6553200" y="6399213"/>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lgn="r">
              <a:defRPr sz="1400"/>
            </a:lvl1pPr>
          </a:lstStyle>
          <a:p>
            <a:fld id="{69C83E9C-2D34-416F-9402-F70AFCE71E15}" type="slidenum">
              <a:rPr lang="en-US" altLang="en-US" smtClean="0"/>
              <a:pPr/>
              <a:t>‹#›</a:t>
            </a:fld>
            <a:endParaRPr lang="en-US" altLang="en-US"/>
          </a:p>
        </p:txBody>
      </p:sp>
      <p:sp>
        <p:nvSpPr>
          <p:cNvPr id="1031" name="Rectangle 35">
            <a:extLst>
              <a:ext uri="{FF2B5EF4-FFF2-40B4-BE49-F238E27FC236}">
                <a16:creationId xmlns:a16="http://schemas.microsoft.com/office/drawing/2014/main" id="{C1639140-DF82-447C-8940-97C93664B7A5}"/>
              </a:ext>
            </a:extLst>
          </p:cNvPr>
          <p:cNvSpPr>
            <a:spLocks noChangeArrowheads="1"/>
          </p:cNvSpPr>
          <p:nvPr/>
        </p:nvSpPr>
        <p:spPr bwMode="auto">
          <a:xfrm>
            <a:off x="1676400" y="6438900"/>
            <a:ext cx="5581650" cy="419100"/>
          </a:xfrm>
          <a:prstGeom prst="rect">
            <a:avLst/>
          </a:prstGeom>
          <a:noFill/>
          <a:ln>
            <a:noFill/>
          </a:ln>
          <a:effec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dirty="0">
                <a:latin typeface="Arial" pitchFamily="34" charset="0"/>
              </a:rPr>
              <a:t>Liang, Introduction to Java Programming and Data Structures, Twelfth Edition, (c) 2020  Pearson Education, Inc. All rights reserved. </a:t>
            </a:r>
          </a:p>
        </p:txBody>
      </p:sp>
      <p:sp>
        <p:nvSpPr>
          <p:cNvPr id="35" name="Rectangle 35">
            <a:extLst>
              <a:ext uri="{FF2B5EF4-FFF2-40B4-BE49-F238E27FC236}">
                <a16:creationId xmlns:a16="http://schemas.microsoft.com/office/drawing/2014/main" id="{B16DA2B3-3106-4A65-A620-A5451B6A92B9}"/>
              </a:ext>
            </a:extLst>
          </p:cNvPr>
          <p:cNvSpPr>
            <a:spLocks noChangeArrowheads="1"/>
          </p:cNvSpPr>
          <p:nvPr/>
        </p:nvSpPr>
        <p:spPr bwMode="auto">
          <a:xfrm>
            <a:off x="1676400" y="6438900"/>
            <a:ext cx="5581650" cy="419100"/>
          </a:xfrm>
          <a:prstGeom prst="rect">
            <a:avLst/>
          </a:prstGeom>
          <a:noFill/>
          <a:ln>
            <a:noFill/>
          </a:ln>
          <a:effec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dirty="0">
                <a:latin typeface="Arial" pitchFamily="34" charset="0"/>
              </a:rPr>
              <a:t>Liang, Introduction to Java Programming and Data Structures, Twelfth Edition, (c) 2020  Pearson Education, Inc. All rights reserved. </a:t>
            </a:r>
          </a:p>
        </p:txBody>
      </p:sp>
      <p:sp>
        <p:nvSpPr>
          <p:cNvPr id="36" name="Rectangle 35">
            <a:extLst>
              <a:ext uri="{FF2B5EF4-FFF2-40B4-BE49-F238E27FC236}">
                <a16:creationId xmlns:a16="http://schemas.microsoft.com/office/drawing/2014/main" id="{65AC703D-15C9-428A-8C4D-DE5F49AD1368}"/>
              </a:ext>
            </a:extLst>
          </p:cNvPr>
          <p:cNvSpPr>
            <a:spLocks noChangeArrowheads="1"/>
          </p:cNvSpPr>
          <p:nvPr/>
        </p:nvSpPr>
        <p:spPr bwMode="auto">
          <a:xfrm>
            <a:off x="1676400" y="6438900"/>
            <a:ext cx="558165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r>
              <a:rPr lang="en-US" sz="1000" dirty="0">
                <a:latin typeface="Arial" panose="020B0604020202020204" pitchFamily="34" charset="0"/>
              </a:rPr>
              <a:t>Liang, Introduction to Java Programming and Data Structures, Twelfth Edition, (c) 2020  Pearson Education, Inc. All rights reserved. </a:t>
            </a:r>
          </a:p>
        </p:txBody>
      </p:sp>
    </p:spTree>
    <p:extLst>
      <p:ext uri="{BB962C8B-B14F-4D97-AF65-F5344CB8AC3E}">
        <p14:creationId xmlns:p14="http://schemas.microsoft.com/office/powerpoint/2010/main" val="1890097513"/>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 id="2147483912" r:id="rId12"/>
  </p:sldLayoutIdLst>
  <p:hf hdr="0" ftr="0" dt="0"/>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anose="02020603050405020304" pitchFamily="18" charset="0"/>
        </a:defRPr>
      </a:lvl2pPr>
      <a:lvl3pPr algn="ctr" rtl="0" eaLnBrk="1" fontAlgn="base" hangingPunct="1">
        <a:spcBef>
          <a:spcPct val="0"/>
        </a:spcBef>
        <a:spcAft>
          <a:spcPct val="0"/>
        </a:spcAft>
        <a:defRPr sz="4400">
          <a:solidFill>
            <a:schemeClr val="tx2"/>
          </a:solidFill>
          <a:latin typeface="Times New Roman" panose="02020603050405020304" pitchFamily="18" charset="0"/>
        </a:defRPr>
      </a:lvl3pPr>
      <a:lvl4pPr algn="ctr" rtl="0" eaLnBrk="1" fontAlgn="base" hangingPunct="1">
        <a:spcBef>
          <a:spcPct val="0"/>
        </a:spcBef>
        <a:spcAft>
          <a:spcPct val="0"/>
        </a:spcAft>
        <a:defRPr sz="4400">
          <a:solidFill>
            <a:schemeClr val="tx2"/>
          </a:solidFill>
          <a:latin typeface="Times New Roman" panose="02020603050405020304" pitchFamily="18" charset="0"/>
        </a:defRPr>
      </a:lvl4pPr>
      <a:lvl5pPr algn="ctr" rtl="0" eaLnBrk="1" fontAlgn="base" hangingPunct="1">
        <a:spcBef>
          <a:spcPct val="0"/>
        </a:spcBef>
        <a:spcAft>
          <a:spcPct val="0"/>
        </a:spcAft>
        <a:defRPr sz="4400">
          <a:solidFill>
            <a:schemeClr val="tx2"/>
          </a:solidFill>
          <a:latin typeface="Times New Roman" panose="02020603050405020304" pitchFamily="18" charset="0"/>
        </a:defRPr>
      </a:lvl5pPr>
      <a:lvl6pPr marL="457200" algn="ctr" rtl="0" eaLnBrk="1" fontAlgn="base" hangingPunct="1">
        <a:spcBef>
          <a:spcPct val="0"/>
        </a:spcBef>
        <a:spcAft>
          <a:spcPct val="0"/>
        </a:spcAft>
        <a:defRPr sz="4400">
          <a:solidFill>
            <a:schemeClr val="tx2"/>
          </a:solidFill>
          <a:latin typeface="Times New Roman" panose="02020603050405020304" pitchFamily="18" charset="0"/>
        </a:defRPr>
      </a:lvl6pPr>
      <a:lvl7pPr marL="914400" algn="ctr" rtl="0" eaLnBrk="1" fontAlgn="base" hangingPunct="1">
        <a:spcBef>
          <a:spcPct val="0"/>
        </a:spcBef>
        <a:spcAft>
          <a:spcPct val="0"/>
        </a:spcAft>
        <a:defRPr sz="4400">
          <a:solidFill>
            <a:schemeClr val="tx2"/>
          </a:solidFill>
          <a:latin typeface="Times New Roman" panose="02020603050405020304" pitchFamily="18" charset="0"/>
        </a:defRPr>
      </a:lvl7pPr>
      <a:lvl8pPr marL="1371600" algn="ctr" rtl="0" eaLnBrk="1" fontAlgn="base" hangingPunct="1">
        <a:spcBef>
          <a:spcPct val="0"/>
        </a:spcBef>
        <a:spcAft>
          <a:spcPct val="0"/>
        </a:spcAft>
        <a:defRPr sz="4400">
          <a:solidFill>
            <a:schemeClr val="tx2"/>
          </a:solidFill>
          <a:latin typeface="Times New Roman" panose="02020603050405020304" pitchFamily="18" charset="0"/>
        </a:defRPr>
      </a:lvl8pPr>
      <a:lvl9pPr marL="1828800" algn="ctr"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2.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4.bin"/><Relationship Id="rId4" Type="http://schemas.openxmlformats.org/officeDocument/2006/relationships/image" Target="../media/image2.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5.bin"/><Relationship Id="rId4" Type="http://schemas.openxmlformats.org/officeDocument/2006/relationships/image" Target="../media/image2.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oleObject" Target="../embeddings/oleObject6.bin"/><Relationship Id="rId4" Type="http://schemas.openxmlformats.org/officeDocument/2006/relationships/image" Target="../media/image2.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oleObject" Target="../embeddings/oleObject6.bin"/><Relationship Id="rId4" Type="http://schemas.openxmlformats.org/officeDocument/2006/relationships/image" Target="../media/image2.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oleObject" Target="../embeddings/oleObject6.bin"/><Relationship Id="rId4" Type="http://schemas.openxmlformats.org/officeDocument/2006/relationships/image" Target="../media/image2.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7.bin"/><Relationship Id="rId4" Type="http://schemas.openxmlformats.org/officeDocument/2006/relationships/image" Target="../media/image2.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8.wmf"/><Relationship Id="rId5" Type="http://schemas.openxmlformats.org/officeDocument/2006/relationships/oleObject" Target="../embeddings/oleObject8.bin"/><Relationship Id="rId4" Type="http://schemas.openxmlformats.org/officeDocument/2006/relationships/image" Target="../media/image2.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9.bin"/><Relationship Id="rId4" Type="http://schemas.openxmlformats.org/officeDocument/2006/relationships/image" Target="../media/image2.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10.bin"/><Relationship Id="rId4" Type="http://schemas.openxmlformats.org/officeDocument/2006/relationships/image" Target="../media/image2.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liveexample.pearsoncmg.com/html/ComputeFibonacci.html"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0.w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liveexample.pearsoncmg.com/html/RecursiveSelectionSort.html"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liveexample.pearsoncmg.com/html/ComputeFactorial.html"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hyperlink" Target="https://liveexample.pearsoncmg.com/html/ComputeFactorialTailRecursion.html"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liveexample.pearsoncmg.com/html/RecursivePalindromeUsingSubstring.html"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liveexample.pearsoncmg.com/html/RecursivePalindromeUsingSubstring.html"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liveexample.pearsoncmg.com/html/RecursiveBinarySearch.html"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hyperlink" Target="https://liveexample.pearsoncmg.com/html/DirectorySize.html" TargetMode="External"/><Relationship Id="rId5" Type="http://schemas.openxmlformats.org/officeDocument/2006/relationships/image" Target="../media/image15.png"/><Relationship Id="rId4" Type="http://schemas.openxmlformats.org/officeDocument/2006/relationships/image" Target="../media/image14.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liveexample.pearsoncmg.com/dsanimation/TowerOfHanoi.html" TargetMode="External"/><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liveexample.pearsoncmg.com/html/TowerOfHanoi.html"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7172E7C1-B934-4C71-8D43-C4C34185CCA3}"/>
              </a:ext>
            </a:extLst>
          </p:cNvPr>
          <p:cNvSpPr>
            <a:spLocks noGrp="1" noChangeArrowheads="1"/>
          </p:cNvSpPr>
          <p:nvPr>
            <p:ph type="title"/>
          </p:nvPr>
        </p:nvSpPr>
        <p:spPr>
          <a:xfrm>
            <a:off x="719138" y="873125"/>
            <a:ext cx="7772400" cy="1447800"/>
          </a:xfrm>
        </p:spPr>
        <p:txBody>
          <a:bodyPr/>
          <a:lstStyle/>
          <a:p>
            <a:r>
              <a:rPr lang="en-US" altLang="en-US" dirty="0"/>
              <a:t>Chapter 18 Recursion</a:t>
            </a:r>
            <a:endParaRPr lang="en-US" altLang="en-US" dirty="0">
              <a:solidFill>
                <a:schemeClr val="tx1"/>
              </a:solidFill>
              <a:latin typeface="Book Antiqua" panose="02040602050305030304" pitchFamily="18" charset="0"/>
            </a:endParaRPr>
          </a:p>
        </p:txBody>
      </p:sp>
      <p:sp>
        <p:nvSpPr>
          <p:cNvPr id="3074" name="Slide Number Placeholder 4">
            <a:extLst>
              <a:ext uri="{FF2B5EF4-FFF2-40B4-BE49-F238E27FC236}">
                <a16:creationId xmlns:a16="http://schemas.microsoft.com/office/drawing/2014/main" id="{EF9409E3-6202-47EC-A09C-82A5D8AC742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E918395-29E3-4E7E-AFC9-F5414E3B37DE}" type="slidenum">
              <a:rPr lang="en-US" altLang="en-US" sz="1400"/>
              <a:pPr>
                <a:spcBef>
                  <a:spcPct val="0"/>
                </a:spcBef>
                <a:buClrTx/>
                <a:buSzTx/>
                <a:buFontTx/>
                <a:buNone/>
              </a:pPr>
              <a:t>1</a:t>
            </a:fld>
            <a:endParaRPr lang="en-US" altLang="en-US"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CD19CBD9-73A3-4F00-B711-A28CE61E62F7}"/>
              </a:ext>
            </a:extLst>
          </p:cNvPr>
          <p:cNvSpPr>
            <a:spLocks noGrp="1" noChangeArrowheads="1"/>
          </p:cNvSpPr>
          <p:nvPr>
            <p:ph type="title"/>
          </p:nvPr>
        </p:nvSpPr>
        <p:spPr>
          <a:xfrm>
            <a:off x="152400" y="228600"/>
            <a:ext cx="8763000" cy="1066800"/>
          </a:xfrm>
        </p:spPr>
        <p:txBody>
          <a:bodyPr/>
          <a:lstStyle/>
          <a:p>
            <a:r>
              <a:rPr lang="en-US" altLang="en-US" dirty="0"/>
              <a:t>Motivations</a:t>
            </a:r>
          </a:p>
        </p:txBody>
      </p:sp>
      <p:sp>
        <p:nvSpPr>
          <p:cNvPr id="5124" name="Rectangle 3">
            <a:extLst>
              <a:ext uri="{FF2B5EF4-FFF2-40B4-BE49-F238E27FC236}">
                <a16:creationId xmlns:a16="http://schemas.microsoft.com/office/drawing/2014/main" id="{EE83C6B1-69E9-488F-B749-2DF25A0FF863}"/>
              </a:ext>
            </a:extLst>
          </p:cNvPr>
          <p:cNvSpPr>
            <a:spLocks noGrp="1" noChangeArrowheads="1"/>
          </p:cNvSpPr>
          <p:nvPr>
            <p:ph idx="1"/>
          </p:nvPr>
        </p:nvSpPr>
        <p:spPr>
          <a:xfrm>
            <a:off x="304800" y="1371600"/>
            <a:ext cx="8610600" cy="4114800"/>
          </a:xfrm>
        </p:spPr>
        <p:txBody>
          <a:bodyPr/>
          <a:lstStyle/>
          <a:p>
            <a:pPr marL="0" indent="0">
              <a:buFont typeface="Monotype Sorts"/>
              <a:buNone/>
            </a:pPr>
            <a:r>
              <a:rPr lang="en-US" altLang="en-US"/>
              <a:t>Suppose you want to find all the files under a directory that contains a particular word. How do you solve this problem? There are several ways to solve this problem. An intuitive solution is to use recursion by searching the files in the subdirectories recursively.</a:t>
            </a:r>
          </a:p>
        </p:txBody>
      </p:sp>
      <p:sp>
        <p:nvSpPr>
          <p:cNvPr id="5122" name="Slide Number Placeholder 4">
            <a:extLst>
              <a:ext uri="{FF2B5EF4-FFF2-40B4-BE49-F238E27FC236}">
                <a16:creationId xmlns:a16="http://schemas.microsoft.com/office/drawing/2014/main" id="{CA618E6B-A2C0-4379-8A8F-CB64B9B4D93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FEF6734-F3CA-4FA4-B28F-92C65A55256C}" type="slidenum">
              <a:rPr lang="en-US" altLang="en-US" sz="1400"/>
              <a:pPr>
                <a:spcBef>
                  <a:spcPct val="0"/>
                </a:spcBef>
                <a:buClrTx/>
                <a:buSzTx/>
                <a:buFontTx/>
                <a:buNone/>
              </a:pPr>
              <a:t>2</a:t>
            </a:fld>
            <a:endParaRPr lang="en-US" altLang="en-US"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a:extLst>
              <a:ext uri="{FF2B5EF4-FFF2-40B4-BE49-F238E27FC236}">
                <a16:creationId xmlns:a16="http://schemas.microsoft.com/office/drawing/2014/main" id="{3867F475-33B9-4ED0-A246-5826875D11B6}"/>
              </a:ext>
            </a:extLst>
          </p:cNvPr>
          <p:cNvSpPr>
            <a:spLocks noGrp="1" noChangeArrowheads="1"/>
          </p:cNvSpPr>
          <p:nvPr>
            <p:ph type="title"/>
          </p:nvPr>
        </p:nvSpPr>
        <p:spPr>
          <a:xfrm>
            <a:off x="685800" y="228600"/>
            <a:ext cx="7772400" cy="644525"/>
          </a:xfrm>
        </p:spPr>
        <p:txBody>
          <a:bodyPr/>
          <a:lstStyle/>
          <a:p>
            <a:r>
              <a:rPr lang="en-US" altLang="en-US" dirty="0"/>
              <a:t>Objectives</a:t>
            </a:r>
          </a:p>
        </p:txBody>
      </p:sp>
      <p:sp>
        <p:nvSpPr>
          <p:cNvPr id="7172" name="Rectangle 3">
            <a:extLst>
              <a:ext uri="{FF2B5EF4-FFF2-40B4-BE49-F238E27FC236}">
                <a16:creationId xmlns:a16="http://schemas.microsoft.com/office/drawing/2014/main" id="{9BFD77C4-8653-408D-A5D5-2EF3000B937C}"/>
              </a:ext>
            </a:extLst>
          </p:cNvPr>
          <p:cNvSpPr>
            <a:spLocks noGrp="1" noChangeArrowheads="1"/>
          </p:cNvSpPr>
          <p:nvPr>
            <p:ph idx="1"/>
          </p:nvPr>
        </p:nvSpPr>
        <p:spPr>
          <a:xfrm>
            <a:off x="142875" y="981075"/>
            <a:ext cx="8858250" cy="5384800"/>
          </a:xfrm>
        </p:spPr>
        <p:txBody>
          <a:bodyPr/>
          <a:lstStyle/>
          <a:p>
            <a:pPr>
              <a:buFont typeface="Wingdings" panose="05000000000000000000" pitchFamily="2" charset="2"/>
              <a:buChar char="q"/>
            </a:pPr>
            <a:r>
              <a:rPr lang="en-US" altLang="en-US" sz="2000"/>
              <a:t>To describe what a recursive method is and the benefits of using recursion (§18.1).</a:t>
            </a:r>
          </a:p>
          <a:p>
            <a:pPr>
              <a:buFont typeface="Wingdings" panose="05000000000000000000" pitchFamily="2" charset="2"/>
              <a:buChar char="q"/>
            </a:pPr>
            <a:r>
              <a:rPr lang="en-US" altLang="en-US" sz="2000"/>
              <a:t>To develop recursive methods for recursive mathematical functions (§§18.2–18.3).</a:t>
            </a:r>
          </a:p>
          <a:p>
            <a:pPr>
              <a:buFont typeface="Wingdings" panose="05000000000000000000" pitchFamily="2" charset="2"/>
              <a:buChar char="q"/>
            </a:pPr>
            <a:r>
              <a:rPr lang="en-US" altLang="en-US" sz="2000"/>
              <a:t>To explain how recursive method calls are handled in a call stack (§§18.2–18.3).</a:t>
            </a:r>
          </a:p>
          <a:p>
            <a:pPr>
              <a:buFont typeface="Wingdings" panose="05000000000000000000" pitchFamily="2" charset="2"/>
              <a:buChar char="q"/>
            </a:pPr>
            <a:r>
              <a:rPr lang="en-US" altLang="en-US" sz="2000"/>
              <a:t>To solve problems using recursion (§18.4).</a:t>
            </a:r>
          </a:p>
          <a:p>
            <a:pPr>
              <a:buFont typeface="Wingdings" panose="05000000000000000000" pitchFamily="2" charset="2"/>
              <a:buChar char="q"/>
            </a:pPr>
            <a:r>
              <a:rPr lang="en-US" altLang="en-US" sz="2000"/>
              <a:t>To use an overloaded helper method to derive a recursive method (§18.5).</a:t>
            </a:r>
          </a:p>
          <a:p>
            <a:pPr>
              <a:buFont typeface="Wingdings" panose="05000000000000000000" pitchFamily="2" charset="2"/>
              <a:buChar char="q"/>
            </a:pPr>
            <a:r>
              <a:rPr lang="en-US" altLang="en-US" sz="2000"/>
              <a:t>To implement a selection sort using recursion (§18.5.1).</a:t>
            </a:r>
          </a:p>
          <a:p>
            <a:pPr>
              <a:buFont typeface="Wingdings" panose="05000000000000000000" pitchFamily="2" charset="2"/>
              <a:buChar char="q"/>
            </a:pPr>
            <a:r>
              <a:rPr lang="en-US" altLang="en-US" sz="2000"/>
              <a:t>To implement a binary search using recursion (§18.5.2).</a:t>
            </a:r>
          </a:p>
          <a:p>
            <a:pPr>
              <a:buFont typeface="Wingdings" panose="05000000000000000000" pitchFamily="2" charset="2"/>
              <a:buChar char="q"/>
            </a:pPr>
            <a:r>
              <a:rPr lang="en-US" altLang="en-US" sz="2000"/>
              <a:t>To get the directory size using recursion (§18.6).</a:t>
            </a:r>
          </a:p>
          <a:p>
            <a:pPr>
              <a:buFont typeface="Wingdings" panose="05000000000000000000" pitchFamily="2" charset="2"/>
              <a:buChar char="q"/>
            </a:pPr>
            <a:r>
              <a:rPr lang="en-US" altLang="en-US" sz="2000"/>
              <a:t>To solve the Tower of Hanoi problem using recursion (§18.7).</a:t>
            </a:r>
          </a:p>
          <a:p>
            <a:pPr>
              <a:buFont typeface="Wingdings" panose="05000000000000000000" pitchFamily="2" charset="2"/>
              <a:buChar char="q"/>
            </a:pPr>
            <a:r>
              <a:rPr lang="en-US" altLang="en-US" sz="2000"/>
              <a:t>To draw fractals using recursion (§18.8).</a:t>
            </a:r>
          </a:p>
          <a:p>
            <a:pPr>
              <a:buFont typeface="Wingdings" panose="05000000000000000000" pitchFamily="2" charset="2"/>
              <a:buChar char="q"/>
            </a:pPr>
            <a:r>
              <a:rPr lang="en-US" altLang="en-US" sz="2000"/>
              <a:t>To discover the relationship and difference between recursion and iteration (§18.9).</a:t>
            </a:r>
          </a:p>
          <a:p>
            <a:pPr>
              <a:buFont typeface="Wingdings" panose="05000000000000000000" pitchFamily="2" charset="2"/>
              <a:buChar char="q"/>
            </a:pPr>
            <a:r>
              <a:rPr lang="en-US" altLang="en-US" sz="2000"/>
              <a:t>To know tail-recursive methods and why they are desirable (§18.10).</a:t>
            </a:r>
          </a:p>
        </p:txBody>
      </p:sp>
      <p:sp>
        <p:nvSpPr>
          <p:cNvPr id="7170" name="Slide Number Placeholder 4">
            <a:extLst>
              <a:ext uri="{FF2B5EF4-FFF2-40B4-BE49-F238E27FC236}">
                <a16:creationId xmlns:a16="http://schemas.microsoft.com/office/drawing/2014/main" id="{BE14C0EE-2435-472B-81FE-A19BB0EC387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89E502B-4AE2-432A-9C92-1CF38BEF6C47}" type="slidenum">
              <a:rPr lang="en-US" altLang="en-US" sz="1400"/>
              <a:pPr>
                <a:spcBef>
                  <a:spcPct val="0"/>
                </a:spcBef>
                <a:buClrTx/>
                <a:buSzTx/>
                <a:buFontTx/>
                <a:buNone/>
              </a:pPr>
              <a:t>3</a:t>
            </a:fld>
            <a:endParaRPr lang="en-US" altLang="en-US"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Text Box 4">
            <a:extLst>
              <a:ext uri="{FF2B5EF4-FFF2-40B4-BE49-F238E27FC236}">
                <a16:creationId xmlns:a16="http://schemas.microsoft.com/office/drawing/2014/main" id="{D735DD4E-D72B-4350-A862-BE4E420CA0BB}"/>
              </a:ext>
            </a:extLst>
          </p:cNvPr>
          <p:cNvSpPr txBox="1">
            <a:spLocks noChangeArrowheads="1"/>
          </p:cNvSpPr>
          <p:nvPr/>
        </p:nvSpPr>
        <p:spPr bwMode="auto">
          <a:xfrm>
            <a:off x="359532" y="1736812"/>
            <a:ext cx="6948772"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spcAft>
                <a:spcPts val="600"/>
              </a:spcAft>
              <a:buFont typeface="Arial" panose="020B0604020202020204" pitchFamily="34" charset="0"/>
              <a:buChar char="•"/>
            </a:pPr>
            <a:r>
              <a:rPr lang="en-US" altLang="en-US" sz="3200" dirty="0"/>
              <a:t>Recursion occurs when a method calls itself. (It is a loop created by a method calling itself.)</a:t>
            </a:r>
          </a:p>
          <a:p>
            <a:pPr marL="457200" indent="-457200">
              <a:spcAft>
                <a:spcPts val="600"/>
              </a:spcAft>
              <a:buFont typeface="Arial" panose="020B0604020202020204" pitchFamily="34" charset="0"/>
              <a:buChar char="•"/>
            </a:pPr>
            <a:r>
              <a:rPr lang="en-US" altLang="en-US" sz="3200" dirty="0"/>
              <a:t>The point of using recursion is to make shorter, more efficient methods</a:t>
            </a:r>
          </a:p>
          <a:p>
            <a:pPr marL="457200" indent="-457200">
              <a:spcAft>
                <a:spcPts val="600"/>
              </a:spcAft>
              <a:buFont typeface="Arial" panose="020B0604020202020204" pitchFamily="34" charset="0"/>
              <a:buChar char="•"/>
            </a:pPr>
            <a:r>
              <a:rPr lang="en-US" altLang="en-US" sz="3200" dirty="0"/>
              <a:t>Anything done with recursion can also be done with loops in a regular method, but it’s often longer and more tedious.</a:t>
            </a:r>
          </a:p>
        </p:txBody>
      </p:sp>
      <p:pic>
        <p:nvPicPr>
          <p:cNvPr id="62469" name="Picture 5">
            <a:extLst>
              <a:ext uri="{FF2B5EF4-FFF2-40B4-BE49-F238E27FC236}">
                <a16:creationId xmlns:a16="http://schemas.microsoft.com/office/drawing/2014/main" id="{898FA118-7543-4229-8D6E-0F7D5D0462BD}"/>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6256" y="486568"/>
            <a:ext cx="2133600" cy="192246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D5106A7-5187-D648-3214-AC79A162FFD7}"/>
              </a:ext>
            </a:extLst>
          </p:cNvPr>
          <p:cNvSpPr txBox="1"/>
          <p:nvPr/>
        </p:nvSpPr>
        <p:spPr>
          <a:xfrm>
            <a:off x="611560" y="260648"/>
            <a:ext cx="4536504" cy="1107996"/>
          </a:xfrm>
          <a:prstGeom prst="rect">
            <a:avLst/>
          </a:prstGeom>
          <a:noFill/>
        </p:spPr>
        <p:txBody>
          <a:bodyPr wrap="square" rtlCol="0">
            <a:spAutoFit/>
          </a:bodyPr>
          <a:lstStyle/>
          <a:p>
            <a:r>
              <a:rPr lang="en-US" sz="6600" dirty="0"/>
              <a:t>Recursion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anim calcmode="lin" valueType="num">
                                      <p:cBhvr additive="base">
                                        <p:cTn id="7" dur="500" fill="hold"/>
                                        <p:tgtEl>
                                          <p:spTgt spid="62468"/>
                                        </p:tgtEl>
                                        <p:attrNameLst>
                                          <p:attrName>ppt_x</p:attrName>
                                        </p:attrNameLst>
                                      </p:cBhvr>
                                      <p:tavLst>
                                        <p:tav tm="0">
                                          <p:val>
                                            <p:strVal val="#ppt_x"/>
                                          </p:val>
                                        </p:tav>
                                        <p:tav tm="100000">
                                          <p:val>
                                            <p:strVal val="#ppt_x"/>
                                          </p:val>
                                        </p:tav>
                                      </p:tavLst>
                                    </p:anim>
                                    <p:anim calcmode="lin" valueType="num">
                                      <p:cBhvr additive="base">
                                        <p:cTn id="8" dur="500" fill="hold"/>
                                        <p:tgtEl>
                                          <p:spTgt spid="6246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Text Box 4">
            <a:extLst>
              <a:ext uri="{FF2B5EF4-FFF2-40B4-BE49-F238E27FC236}">
                <a16:creationId xmlns:a16="http://schemas.microsoft.com/office/drawing/2014/main" id="{D735DD4E-D72B-4350-A862-BE4E420CA0BB}"/>
              </a:ext>
            </a:extLst>
          </p:cNvPr>
          <p:cNvSpPr txBox="1">
            <a:spLocks noChangeArrowheads="1"/>
          </p:cNvSpPr>
          <p:nvPr/>
        </p:nvSpPr>
        <p:spPr bwMode="auto">
          <a:xfrm>
            <a:off x="359532" y="1736812"/>
            <a:ext cx="6948772"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4000" dirty="0"/>
              <a:t>A recursive method tries to do as little as possible itself, but instead pass the rest of the work off to another version of itself that it calls.</a:t>
            </a:r>
          </a:p>
        </p:txBody>
      </p:sp>
      <p:pic>
        <p:nvPicPr>
          <p:cNvPr id="62469" name="Picture 5">
            <a:extLst>
              <a:ext uri="{FF2B5EF4-FFF2-40B4-BE49-F238E27FC236}">
                <a16:creationId xmlns:a16="http://schemas.microsoft.com/office/drawing/2014/main" id="{898FA118-7543-4229-8D6E-0F7D5D0462BD}"/>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6256" y="486568"/>
            <a:ext cx="2133600" cy="192246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ED88F21-77CA-67F8-FCFA-DC90141B26FC}"/>
              </a:ext>
            </a:extLst>
          </p:cNvPr>
          <p:cNvSpPr txBox="1"/>
          <p:nvPr/>
        </p:nvSpPr>
        <p:spPr>
          <a:xfrm>
            <a:off x="611560" y="260648"/>
            <a:ext cx="4536504" cy="1107996"/>
          </a:xfrm>
          <a:prstGeom prst="rect">
            <a:avLst/>
          </a:prstGeom>
          <a:noFill/>
        </p:spPr>
        <p:txBody>
          <a:bodyPr wrap="square" rtlCol="0">
            <a:spAutoFit/>
          </a:bodyPr>
          <a:lstStyle/>
          <a:p>
            <a:r>
              <a:rPr lang="en-US" sz="6600" dirty="0"/>
              <a:t>Recursion</a:t>
            </a:r>
          </a:p>
        </p:txBody>
      </p:sp>
    </p:spTree>
    <p:extLst>
      <p:ext uri="{BB962C8B-B14F-4D97-AF65-F5344CB8AC3E}">
        <p14:creationId xmlns:p14="http://schemas.microsoft.com/office/powerpoint/2010/main" val="31897376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anim calcmode="lin" valueType="num">
                                      <p:cBhvr additive="base">
                                        <p:cTn id="7" dur="500" fill="hold"/>
                                        <p:tgtEl>
                                          <p:spTgt spid="62468"/>
                                        </p:tgtEl>
                                        <p:attrNameLst>
                                          <p:attrName>ppt_x</p:attrName>
                                        </p:attrNameLst>
                                      </p:cBhvr>
                                      <p:tavLst>
                                        <p:tav tm="0">
                                          <p:val>
                                            <p:strVal val="#ppt_x"/>
                                          </p:val>
                                        </p:tav>
                                        <p:tav tm="100000">
                                          <p:val>
                                            <p:strVal val="#ppt_x"/>
                                          </p:val>
                                        </p:tav>
                                      </p:tavLst>
                                    </p:anim>
                                    <p:anim calcmode="lin" valueType="num">
                                      <p:cBhvr additive="base">
                                        <p:cTn id="8" dur="500" fill="hold"/>
                                        <p:tgtEl>
                                          <p:spTgt spid="6246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Text Box 4">
            <a:extLst>
              <a:ext uri="{FF2B5EF4-FFF2-40B4-BE49-F238E27FC236}">
                <a16:creationId xmlns:a16="http://schemas.microsoft.com/office/drawing/2014/main" id="{D735DD4E-D72B-4350-A862-BE4E420CA0BB}"/>
              </a:ext>
            </a:extLst>
          </p:cNvPr>
          <p:cNvSpPr txBox="1">
            <a:spLocks noChangeArrowheads="1"/>
          </p:cNvSpPr>
          <p:nvPr/>
        </p:nvSpPr>
        <p:spPr bwMode="auto">
          <a:xfrm>
            <a:off x="359532" y="1736812"/>
            <a:ext cx="6120680" cy="4324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spcAft>
                <a:spcPts val="600"/>
              </a:spcAft>
              <a:buFont typeface="Arial" panose="020B0604020202020204" pitchFamily="34" charset="0"/>
              <a:buChar char="•"/>
            </a:pPr>
            <a:r>
              <a:rPr lang="en-US" altLang="en-US" sz="1600" dirty="0"/>
              <a:t>Imagine you had someone standing at the beginning of a long line who wants to know how many people are in it.</a:t>
            </a:r>
          </a:p>
          <a:p>
            <a:pPr marL="457200" indent="-457200">
              <a:spcAft>
                <a:spcPts val="600"/>
              </a:spcAft>
              <a:buFont typeface="Arial" panose="020B0604020202020204" pitchFamily="34" charset="0"/>
              <a:buChar char="•"/>
            </a:pPr>
            <a:r>
              <a:rPr lang="en-US" altLang="en-US" sz="1600" dirty="0"/>
              <a:t>He doesn’t want to do all the work of counting himself, so he asks the person behind him how many people are in the line.</a:t>
            </a:r>
          </a:p>
          <a:p>
            <a:pPr marL="457200" indent="-457200">
              <a:spcAft>
                <a:spcPts val="600"/>
              </a:spcAft>
              <a:buFont typeface="Arial" panose="020B0604020202020204" pitchFamily="34" charset="0"/>
              <a:buChar char="•"/>
            </a:pPr>
            <a:r>
              <a:rPr lang="en-US" altLang="en-US" sz="1600" dirty="0"/>
              <a:t>That person asks the one behind them, and so on.  </a:t>
            </a:r>
          </a:p>
          <a:p>
            <a:pPr marL="457200" indent="-457200">
              <a:spcAft>
                <a:spcPts val="600"/>
              </a:spcAft>
              <a:buFont typeface="Arial" panose="020B0604020202020204" pitchFamily="34" charset="0"/>
              <a:buChar char="•"/>
            </a:pPr>
            <a:r>
              <a:rPr lang="en-US" altLang="en-US" sz="1600" dirty="0"/>
              <a:t>When the last person in the line is asked, they say “1”.</a:t>
            </a:r>
          </a:p>
          <a:p>
            <a:pPr marL="457200" indent="-457200">
              <a:spcAft>
                <a:spcPts val="600"/>
              </a:spcAft>
              <a:buFont typeface="Arial" panose="020B0604020202020204" pitchFamily="34" charset="0"/>
              <a:buChar char="•"/>
            </a:pPr>
            <a:r>
              <a:rPr lang="en-US" altLang="en-US" sz="1600" dirty="0"/>
              <a:t>The person in front of them adds 1 to it and tells that to the person in front of them.</a:t>
            </a:r>
          </a:p>
          <a:p>
            <a:pPr marL="457200" indent="-457200">
              <a:spcAft>
                <a:spcPts val="600"/>
              </a:spcAft>
              <a:buFont typeface="Arial" panose="020B0604020202020204" pitchFamily="34" charset="0"/>
              <a:buChar char="•"/>
            </a:pPr>
            <a:r>
              <a:rPr lang="en-US" altLang="en-US" sz="1600" dirty="0"/>
              <a:t>Thus, the count is passed back up the line with each person adding 1 to the count from the person behind them.</a:t>
            </a:r>
          </a:p>
          <a:p>
            <a:pPr marL="457200" indent="-457200">
              <a:spcAft>
                <a:spcPts val="600"/>
              </a:spcAft>
              <a:buFont typeface="Arial" panose="020B0604020202020204" pitchFamily="34" charset="0"/>
              <a:buChar char="•"/>
            </a:pPr>
            <a:r>
              <a:rPr lang="en-US" altLang="en-US" sz="1600" dirty="0"/>
              <a:t>When the person at the front gets the final value given to him, he adds 1 to it and has the number of people in line.</a:t>
            </a:r>
          </a:p>
          <a:p>
            <a:pPr marL="457200" indent="-457200">
              <a:spcAft>
                <a:spcPts val="600"/>
              </a:spcAft>
              <a:buFont typeface="Arial" panose="020B0604020202020204" pitchFamily="34" charset="0"/>
              <a:buChar char="•"/>
            </a:pPr>
            <a:r>
              <a:rPr lang="en-US" altLang="en-US" sz="1600" dirty="0"/>
              <a:t>He wanted to do as little work as possible, so he passed most of it off to the people behind him, and they did the same to the people behind them.</a:t>
            </a:r>
          </a:p>
        </p:txBody>
      </p:sp>
      <p:pic>
        <p:nvPicPr>
          <p:cNvPr id="62469" name="Picture 5">
            <a:extLst>
              <a:ext uri="{FF2B5EF4-FFF2-40B4-BE49-F238E27FC236}">
                <a16:creationId xmlns:a16="http://schemas.microsoft.com/office/drawing/2014/main" id="{898FA118-7543-4229-8D6E-0F7D5D0462BD}"/>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5784" y="561485"/>
            <a:ext cx="2133600" cy="192246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325403F-AF96-9AA9-D8AB-5684234DDD7D}"/>
              </a:ext>
            </a:extLst>
          </p:cNvPr>
          <p:cNvSpPr txBox="1"/>
          <p:nvPr/>
        </p:nvSpPr>
        <p:spPr>
          <a:xfrm>
            <a:off x="611560" y="260648"/>
            <a:ext cx="4536504" cy="1107996"/>
          </a:xfrm>
          <a:prstGeom prst="rect">
            <a:avLst/>
          </a:prstGeom>
          <a:noFill/>
        </p:spPr>
        <p:txBody>
          <a:bodyPr wrap="square" rtlCol="0">
            <a:spAutoFit/>
          </a:bodyPr>
          <a:lstStyle/>
          <a:p>
            <a:r>
              <a:rPr lang="en-US" sz="6600" dirty="0"/>
              <a:t>Recursion</a:t>
            </a:r>
          </a:p>
        </p:txBody>
      </p:sp>
    </p:spTree>
    <p:extLst>
      <p:ext uri="{BB962C8B-B14F-4D97-AF65-F5344CB8AC3E}">
        <p14:creationId xmlns:p14="http://schemas.microsoft.com/office/powerpoint/2010/main" val="30488499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anim calcmode="lin" valueType="num">
                                      <p:cBhvr additive="base">
                                        <p:cTn id="7" dur="500" fill="hold"/>
                                        <p:tgtEl>
                                          <p:spTgt spid="62468"/>
                                        </p:tgtEl>
                                        <p:attrNameLst>
                                          <p:attrName>ppt_x</p:attrName>
                                        </p:attrNameLst>
                                      </p:cBhvr>
                                      <p:tavLst>
                                        <p:tav tm="0">
                                          <p:val>
                                            <p:strVal val="#ppt_x"/>
                                          </p:val>
                                        </p:tav>
                                        <p:tav tm="100000">
                                          <p:val>
                                            <p:strVal val="#ppt_x"/>
                                          </p:val>
                                        </p:tav>
                                      </p:tavLst>
                                    </p:anim>
                                    <p:anim calcmode="lin" valueType="num">
                                      <p:cBhvr additive="base">
                                        <p:cTn id="8" dur="500" fill="hold"/>
                                        <p:tgtEl>
                                          <p:spTgt spid="6246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a:extLst>
              <a:ext uri="{FF2B5EF4-FFF2-40B4-BE49-F238E27FC236}">
                <a16:creationId xmlns:a16="http://schemas.microsoft.com/office/drawing/2014/main" id="{5D1DAD55-BF8E-4EBD-8141-CFAA9E9C7B3C}"/>
              </a:ext>
            </a:extLst>
          </p:cNvPr>
          <p:cNvSpPr>
            <a:spLocks noGrp="1" noChangeArrowheads="1"/>
          </p:cNvSpPr>
          <p:nvPr>
            <p:ph type="title"/>
          </p:nvPr>
        </p:nvSpPr>
        <p:spPr>
          <a:xfrm>
            <a:off x="685800" y="304800"/>
            <a:ext cx="7772400" cy="838200"/>
          </a:xfrm>
        </p:spPr>
        <p:txBody>
          <a:bodyPr/>
          <a:lstStyle/>
          <a:p>
            <a:r>
              <a:rPr lang="en-US" altLang="en-US"/>
              <a:t>Computing Factorial</a:t>
            </a:r>
          </a:p>
        </p:txBody>
      </p:sp>
      <p:sp>
        <p:nvSpPr>
          <p:cNvPr id="9220" name="Rectangle 3">
            <a:extLst>
              <a:ext uri="{FF2B5EF4-FFF2-40B4-BE49-F238E27FC236}">
                <a16:creationId xmlns:a16="http://schemas.microsoft.com/office/drawing/2014/main" id="{B167A66A-86E0-4672-B2DD-3580CA86A54B}"/>
              </a:ext>
            </a:extLst>
          </p:cNvPr>
          <p:cNvSpPr>
            <a:spLocks noGrp="1" noChangeArrowheads="1"/>
          </p:cNvSpPr>
          <p:nvPr>
            <p:ph idx="1"/>
          </p:nvPr>
        </p:nvSpPr>
        <p:spPr>
          <a:xfrm>
            <a:off x="304800" y="1219200"/>
            <a:ext cx="8588375" cy="5054116"/>
          </a:xfrm>
        </p:spPr>
        <p:txBody>
          <a:bodyPr/>
          <a:lstStyle/>
          <a:p>
            <a:pPr>
              <a:buFont typeface="Monotype Sorts"/>
              <a:buNone/>
            </a:pPr>
            <a:r>
              <a:rPr lang="en-US" altLang="en-US" sz="2800" i="1" dirty="0"/>
              <a:t>Imagine you are writing a function to compute the factorial of a number. The factorial of </a:t>
            </a:r>
            <a:r>
              <a:rPr lang="en-US" altLang="en-US" sz="2800" b="1" dirty="0"/>
              <a:t>n</a:t>
            </a:r>
            <a:r>
              <a:rPr lang="en-US" altLang="en-US" sz="2800" i="1" dirty="0"/>
              <a:t> is:             </a:t>
            </a:r>
            <a:br>
              <a:rPr lang="en-US" altLang="en-US" sz="2800" i="1" dirty="0"/>
            </a:br>
            <a:r>
              <a:rPr lang="en-US" altLang="en-US" sz="2800" i="1" dirty="0"/>
              <a:t>    </a:t>
            </a:r>
            <a:r>
              <a:rPr lang="en-US" altLang="en-US" sz="2800" b="1" dirty="0">
                <a:solidFill>
                  <a:srgbClr val="002060"/>
                </a:solidFill>
              </a:rPr>
              <a:t>n * (n-1) * (n-2) … * 1</a:t>
            </a:r>
            <a:r>
              <a:rPr lang="en-US" altLang="en-US" sz="2800" dirty="0">
                <a:solidFill>
                  <a:srgbClr val="002060"/>
                </a:solidFill>
              </a:rPr>
              <a:t>    </a:t>
            </a:r>
            <a:r>
              <a:rPr lang="en-US" altLang="en-US" sz="2800" i="1" dirty="0">
                <a:solidFill>
                  <a:srgbClr val="002060"/>
                </a:solidFill>
              </a:rPr>
              <a:t>(factorial(0) = 1)</a:t>
            </a:r>
          </a:p>
          <a:p>
            <a:pPr>
              <a:buFont typeface="Monotype Sorts"/>
              <a:buNone/>
            </a:pPr>
            <a:r>
              <a:rPr lang="en-US" altLang="en-US" sz="2800" i="1" dirty="0"/>
              <a:t>   (The factorial of 5 = 5 * 4 * 3 * 2 * 1 * 1= 120)</a:t>
            </a:r>
            <a:endParaRPr lang="en-US" altLang="en-US" sz="2800" dirty="0"/>
          </a:p>
          <a:p>
            <a:pPr>
              <a:spcBef>
                <a:spcPts val="0"/>
              </a:spcBef>
              <a:buFont typeface="Monotype Sorts"/>
              <a:buNone/>
            </a:pPr>
            <a:endParaRPr lang="en-US" altLang="en-US" sz="1050" dirty="0"/>
          </a:p>
          <a:p>
            <a:pPr>
              <a:buFont typeface="Monotype Sorts"/>
              <a:buNone/>
            </a:pPr>
            <a:endParaRPr lang="en-US" altLang="en-US" sz="2800" dirty="0"/>
          </a:p>
          <a:p>
            <a:pPr>
              <a:buFont typeface="Monotype Sorts"/>
              <a:buNone/>
            </a:pPr>
            <a:r>
              <a:rPr lang="en-US" altLang="en-US" sz="2800" dirty="0"/>
              <a:t>n! = n * (n-1)! as long as n &gt; 0</a:t>
            </a:r>
          </a:p>
          <a:p>
            <a:pPr>
              <a:buFont typeface="Monotype Sorts"/>
              <a:buNone/>
            </a:pPr>
            <a:r>
              <a:rPr lang="en-US" altLang="en-US" sz="2800" dirty="0"/>
              <a:t>0! = 1</a:t>
            </a:r>
          </a:p>
          <a:p>
            <a:pPr>
              <a:spcBef>
                <a:spcPts val="0"/>
              </a:spcBef>
              <a:buFont typeface="Monotype Sorts"/>
              <a:buNone/>
            </a:pPr>
            <a:endParaRPr lang="en-US" altLang="en-US" sz="1000" dirty="0"/>
          </a:p>
          <a:p>
            <a:pPr>
              <a:buFont typeface="Monotype Sorts"/>
              <a:buNone/>
            </a:pPr>
            <a:r>
              <a:rPr lang="en-US" altLang="en-US" sz="2800" i="1" dirty="0"/>
              <a:t>(n! stands for the factorial of n)</a:t>
            </a:r>
          </a:p>
        </p:txBody>
      </p:sp>
      <p:sp>
        <p:nvSpPr>
          <p:cNvPr id="9218" name="Slide Number Placeholder 4">
            <a:extLst>
              <a:ext uri="{FF2B5EF4-FFF2-40B4-BE49-F238E27FC236}">
                <a16:creationId xmlns:a16="http://schemas.microsoft.com/office/drawing/2014/main" id="{4A3BB398-00DA-4272-A3F9-C53E8FD4FF1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EC722DF-AF36-406A-89E1-0B1F864CF36A}" type="slidenum">
              <a:rPr lang="en-US" altLang="en-US" sz="1400"/>
              <a:pPr>
                <a:spcBef>
                  <a:spcPct val="0"/>
                </a:spcBef>
                <a:buClrTx/>
                <a:buSzTx/>
                <a:buFontTx/>
                <a:buNone/>
              </a:pPr>
              <a:t>7</a:t>
            </a:fld>
            <a:endParaRPr lang="en-US" altLang="en-US"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B94F0E48-A3D0-423E-BDD0-337BFC0C256C}"/>
              </a:ext>
            </a:extLst>
          </p:cNvPr>
          <p:cNvSpPr>
            <a:spLocks noGrp="1" noChangeArrowheads="1"/>
          </p:cNvSpPr>
          <p:nvPr>
            <p:ph type="title"/>
          </p:nvPr>
        </p:nvSpPr>
        <p:spPr>
          <a:xfrm>
            <a:off x="685800" y="304800"/>
            <a:ext cx="7772400" cy="838200"/>
          </a:xfrm>
        </p:spPr>
        <p:txBody>
          <a:bodyPr/>
          <a:lstStyle/>
          <a:p>
            <a:r>
              <a:rPr lang="en-US" altLang="en-US"/>
              <a:t>Computing Factorial</a:t>
            </a:r>
          </a:p>
        </p:txBody>
      </p:sp>
      <p:sp>
        <p:nvSpPr>
          <p:cNvPr id="11268" name="Rectangle 3">
            <a:extLst>
              <a:ext uri="{FF2B5EF4-FFF2-40B4-BE49-F238E27FC236}">
                <a16:creationId xmlns:a16="http://schemas.microsoft.com/office/drawing/2014/main" id="{DC0982E3-6EB5-406F-A853-D57C375A87F1}"/>
              </a:ext>
            </a:extLst>
          </p:cNvPr>
          <p:cNvSpPr>
            <a:spLocks noGrp="1" noChangeArrowheads="1"/>
          </p:cNvSpPr>
          <p:nvPr>
            <p:ph idx="1"/>
          </p:nvPr>
        </p:nvSpPr>
        <p:spPr>
          <a:xfrm>
            <a:off x="287338" y="1736725"/>
            <a:ext cx="8534400" cy="4679950"/>
          </a:xfrm>
        </p:spPr>
        <p:txBody>
          <a:bodyPr/>
          <a:lstStyle/>
          <a:p>
            <a:pPr>
              <a:buFont typeface="Monotype Sorts"/>
              <a:buNone/>
            </a:pPr>
            <a:r>
              <a:rPr lang="en-US" altLang="en-US" sz="2800" dirty="0"/>
              <a:t>Let’s calculate factorial(4)</a:t>
            </a:r>
          </a:p>
          <a:p>
            <a:pPr>
              <a:buFont typeface="Monotype Sorts"/>
              <a:buNone/>
            </a:pPr>
            <a:endParaRPr lang="en-US" altLang="en-US" sz="2800" dirty="0"/>
          </a:p>
          <a:p>
            <a:pPr>
              <a:buNone/>
            </a:pPr>
            <a:r>
              <a:rPr lang="en-US" altLang="en-US" sz="2800" dirty="0"/>
              <a:t>factorial (4) = 4 * factorial(3)</a:t>
            </a:r>
          </a:p>
          <a:p>
            <a:pPr>
              <a:buNone/>
            </a:pPr>
            <a:r>
              <a:rPr lang="en-US" altLang="en-US" sz="2800" dirty="0"/>
              <a:t>     factorial (3) = 3 * factorial(2)</a:t>
            </a:r>
          </a:p>
          <a:p>
            <a:pPr>
              <a:buNone/>
            </a:pPr>
            <a:r>
              <a:rPr lang="en-US" altLang="en-US" sz="2800" dirty="0"/>
              <a:t>           factorial(2) = 2 * factorial(1)</a:t>
            </a:r>
          </a:p>
          <a:p>
            <a:pPr>
              <a:buNone/>
            </a:pPr>
            <a:r>
              <a:rPr lang="en-US" altLang="en-US" sz="2800" dirty="0"/>
              <a:t>               factorial (1) = 1 * factorial (0)</a:t>
            </a:r>
          </a:p>
          <a:p>
            <a:pPr>
              <a:buNone/>
            </a:pPr>
            <a:r>
              <a:rPr lang="en-US" altLang="en-US" sz="2800" dirty="0"/>
              <a:t>                    factorial (0) = 1</a:t>
            </a:r>
          </a:p>
        </p:txBody>
      </p:sp>
      <p:sp>
        <p:nvSpPr>
          <p:cNvPr id="11266" name="Slide Number Placeholder 4">
            <a:extLst>
              <a:ext uri="{FF2B5EF4-FFF2-40B4-BE49-F238E27FC236}">
                <a16:creationId xmlns:a16="http://schemas.microsoft.com/office/drawing/2014/main" id="{94DE74E2-8EB3-4ABA-9286-92FEC0750B9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C0DFC38-AD37-460A-AAB9-CE1B2BFB3928}" type="slidenum">
              <a:rPr lang="en-US" altLang="en-US" sz="1400"/>
              <a:pPr>
                <a:spcBef>
                  <a:spcPct val="0"/>
                </a:spcBef>
                <a:buClrTx/>
                <a:buSzTx/>
                <a:buFontTx/>
                <a:buNone/>
              </a:pPr>
              <a:t>8</a:t>
            </a:fld>
            <a:endParaRPr lang="en-US" altLang="en-US" sz="1400"/>
          </a:p>
        </p:txBody>
      </p:sp>
      <p:sp>
        <p:nvSpPr>
          <p:cNvPr id="11269" name="Rectangle 4">
            <a:extLst>
              <a:ext uri="{FF2B5EF4-FFF2-40B4-BE49-F238E27FC236}">
                <a16:creationId xmlns:a16="http://schemas.microsoft.com/office/drawing/2014/main" id="{B6373A95-1086-4AAB-BB85-69B0F36711C9}"/>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11270" name="Rectangle 5">
            <a:extLst>
              <a:ext uri="{FF2B5EF4-FFF2-40B4-BE49-F238E27FC236}">
                <a16:creationId xmlns:a16="http://schemas.microsoft.com/office/drawing/2014/main" id="{3C0B8321-3C26-43F8-A69D-DB7E5E41580C}"/>
              </a:ext>
            </a:extLst>
          </p:cNvPr>
          <p:cNvSpPr>
            <a:spLocks noChangeArrowheads="1"/>
          </p:cNvSpPr>
          <p:nvPr/>
        </p:nvSpPr>
        <p:spPr bwMode="auto">
          <a:xfrm>
            <a:off x="5688013" y="1196975"/>
            <a:ext cx="329565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000">
                <a:solidFill>
                  <a:schemeClr val="tx2"/>
                </a:solidFill>
              </a:rPr>
              <a:t>factorial(0) = 1;</a:t>
            </a:r>
          </a:p>
          <a:p>
            <a:pPr>
              <a:buFont typeface="Monotype Sorts"/>
              <a:buNone/>
            </a:pPr>
            <a:r>
              <a:rPr lang="en-US" altLang="en-US" sz="2000">
                <a:solidFill>
                  <a:schemeClr val="tx2"/>
                </a:solidFill>
              </a:rPr>
              <a:t>factorial(n) = n*factorial(n-1);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B94F0E48-A3D0-423E-BDD0-337BFC0C256C}"/>
              </a:ext>
            </a:extLst>
          </p:cNvPr>
          <p:cNvSpPr>
            <a:spLocks noGrp="1" noChangeArrowheads="1"/>
          </p:cNvSpPr>
          <p:nvPr>
            <p:ph type="title"/>
          </p:nvPr>
        </p:nvSpPr>
        <p:spPr>
          <a:xfrm>
            <a:off x="685800" y="304800"/>
            <a:ext cx="7772400" cy="838200"/>
          </a:xfrm>
        </p:spPr>
        <p:txBody>
          <a:bodyPr/>
          <a:lstStyle/>
          <a:p>
            <a:r>
              <a:rPr lang="en-US" altLang="en-US"/>
              <a:t>Computing Factorial</a:t>
            </a:r>
          </a:p>
        </p:txBody>
      </p:sp>
      <p:sp>
        <p:nvSpPr>
          <p:cNvPr id="11268" name="Rectangle 3">
            <a:extLst>
              <a:ext uri="{FF2B5EF4-FFF2-40B4-BE49-F238E27FC236}">
                <a16:creationId xmlns:a16="http://schemas.microsoft.com/office/drawing/2014/main" id="{DC0982E3-6EB5-406F-A853-D57C375A87F1}"/>
              </a:ext>
            </a:extLst>
          </p:cNvPr>
          <p:cNvSpPr>
            <a:spLocks noGrp="1" noChangeArrowheads="1"/>
          </p:cNvSpPr>
          <p:nvPr>
            <p:ph idx="1"/>
          </p:nvPr>
        </p:nvSpPr>
        <p:spPr>
          <a:xfrm>
            <a:off x="287338" y="1736725"/>
            <a:ext cx="8534400" cy="4679950"/>
          </a:xfrm>
        </p:spPr>
        <p:txBody>
          <a:bodyPr/>
          <a:lstStyle/>
          <a:p>
            <a:pPr>
              <a:buFont typeface="Monotype Sorts"/>
              <a:buNone/>
            </a:pPr>
            <a:r>
              <a:rPr lang="en-US" altLang="en-US" sz="2800" dirty="0"/>
              <a:t>Let’s calculate factorial(4)</a:t>
            </a:r>
          </a:p>
          <a:p>
            <a:pPr>
              <a:buFont typeface="Monotype Sorts"/>
              <a:buNone/>
            </a:pPr>
            <a:endParaRPr lang="en-US" altLang="en-US" sz="2800" dirty="0"/>
          </a:p>
          <a:p>
            <a:pPr>
              <a:buNone/>
            </a:pPr>
            <a:r>
              <a:rPr lang="en-US" altLang="en-US" sz="2800" dirty="0"/>
              <a:t>factorial (4) = 4 * factorial(3)</a:t>
            </a:r>
          </a:p>
          <a:p>
            <a:pPr>
              <a:buNone/>
            </a:pPr>
            <a:r>
              <a:rPr lang="en-US" altLang="en-US" sz="2800" dirty="0"/>
              <a:t>     factorial (3) = 3 * factorial(2)</a:t>
            </a:r>
          </a:p>
          <a:p>
            <a:pPr>
              <a:buNone/>
            </a:pPr>
            <a:r>
              <a:rPr lang="en-US" altLang="en-US" sz="2800" dirty="0"/>
              <a:t>           factorial(2) = 2 * factorial (1)</a:t>
            </a:r>
          </a:p>
          <a:p>
            <a:pPr>
              <a:buNone/>
            </a:pPr>
            <a:r>
              <a:rPr lang="en-US" altLang="en-US" sz="2800" dirty="0"/>
              <a:t>               factorial (1) = 1 * </a:t>
            </a:r>
            <a:r>
              <a:rPr lang="en-US" altLang="en-US" sz="2800" dirty="0">
                <a:highlight>
                  <a:srgbClr val="FFFF00"/>
                </a:highlight>
              </a:rPr>
              <a:t> 1 </a:t>
            </a:r>
            <a:r>
              <a:rPr lang="en-US" altLang="en-US" sz="2800" dirty="0"/>
              <a:t> = 1</a:t>
            </a:r>
          </a:p>
          <a:p>
            <a:pPr>
              <a:buNone/>
            </a:pPr>
            <a:r>
              <a:rPr lang="en-US" altLang="en-US" sz="2800" dirty="0"/>
              <a:t>                    factorial (0) = 1</a:t>
            </a:r>
          </a:p>
        </p:txBody>
      </p:sp>
      <p:sp>
        <p:nvSpPr>
          <p:cNvPr id="11266" name="Slide Number Placeholder 4">
            <a:extLst>
              <a:ext uri="{FF2B5EF4-FFF2-40B4-BE49-F238E27FC236}">
                <a16:creationId xmlns:a16="http://schemas.microsoft.com/office/drawing/2014/main" id="{94DE74E2-8EB3-4ABA-9286-92FEC0750B9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C0DFC38-AD37-460A-AAB9-CE1B2BFB3928}" type="slidenum">
              <a:rPr lang="en-US" altLang="en-US" sz="1400"/>
              <a:pPr>
                <a:spcBef>
                  <a:spcPct val="0"/>
                </a:spcBef>
                <a:buClrTx/>
                <a:buSzTx/>
                <a:buFontTx/>
                <a:buNone/>
              </a:pPr>
              <a:t>9</a:t>
            </a:fld>
            <a:endParaRPr lang="en-US" altLang="en-US" sz="1400"/>
          </a:p>
        </p:txBody>
      </p:sp>
      <p:sp>
        <p:nvSpPr>
          <p:cNvPr id="11269" name="Rectangle 4">
            <a:extLst>
              <a:ext uri="{FF2B5EF4-FFF2-40B4-BE49-F238E27FC236}">
                <a16:creationId xmlns:a16="http://schemas.microsoft.com/office/drawing/2014/main" id="{B6373A95-1086-4AAB-BB85-69B0F36711C9}"/>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11270" name="Rectangle 5">
            <a:extLst>
              <a:ext uri="{FF2B5EF4-FFF2-40B4-BE49-F238E27FC236}">
                <a16:creationId xmlns:a16="http://schemas.microsoft.com/office/drawing/2014/main" id="{3C0B8321-3C26-43F8-A69D-DB7E5E41580C}"/>
              </a:ext>
            </a:extLst>
          </p:cNvPr>
          <p:cNvSpPr>
            <a:spLocks noChangeArrowheads="1"/>
          </p:cNvSpPr>
          <p:nvPr/>
        </p:nvSpPr>
        <p:spPr bwMode="auto">
          <a:xfrm>
            <a:off x="5688013" y="1196975"/>
            <a:ext cx="329565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000">
                <a:solidFill>
                  <a:schemeClr val="tx2"/>
                </a:solidFill>
              </a:rPr>
              <a:t>factorial(0) = 1;</a:t>
            </a:r>
          </a:p>
          <a:p>
            <a:pPr>
              <a:buFont typeface="Monotype Sorts"/>
              <a:buNone/>
            </a:pPr>
            <a:r>
              <a:rPr lang="en-US" altLang="en-US" sz="2000">
                <a:solidFill>
                  <a:schemeClr val="tx2"/>
                </a:solidFill>
              </a:rPr>
              <a:t>factorial(n) = n*factorial(n-1);</a:t>
            </a:r>
          </a:p>
        </p:txBody>
      </p:sp>
    </p:spTree>
    <p:extLst>
      <p:ext uri="{BB962C8B-B14F-4D97-AF65-F5344CB8AC3E}">
        <p14:creationId xmlns:p14="http://schemas.microsoft.com/office/powerpoint/2010/main" val="2815141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B94F0E48-A3D0-423E-BDD0-337BFC0C256C}"/>
              </a:ext>
            </a:extLst>
          </p:cNvPr>
          <p:cNvSpPr>
            <a:spLocks noGrp="1" noChangeArrowheads="1"/>
          </p:cNvSpPr>
          <p:nvPr>
            <p:ph type="title"/>
          </p:nvPr>
        </p:nvSpPr>
        <p:spPr>
          <a:xfrm>
            <a:off x="685800" y="304800"/>
            <a:ext cx="7772400" cy="838200"/>
          </a:xfrm>
        </p:spPr>
        <p:txBody>
          <a:bodyPr/>
          <a:lstStyle/>
          <a:p>
            <a:r>
              <a:rPr lang="en-US" altLang="en-US"/>
              <a:t>Computing Factorial</a:t>
            </a:r>
          </a:p>
        </p:txBody>
      </p:sp>
      <p:sp>
        <p:nvSpPr>
          <p:cNvPr id="11268" name="Rectangle 3">
            <a:extLst>
              <a:ext uri="{FF2B5EF4-FFF2-40B4-BE49-F238E27FC236}">
                <a16:creationId xmlns:a16="http://schemas.microsoft.com/office/drawing/2014/main" id="{DC0982E3-6EB5-406F-A853-D57C375A87F1}"/>
              </a:ext>
            </a:extLst>
          </p:cNvPr>
          <p:cNvSpPr>
            <a:spLocks noGrp="1" noChangeArrowheads="1"/>
          </p:cNvSpPr>
          <p:nvPr>
            <p:ph idx="1"/>
          </p:nvPr>
        </p:nvSpPr>
        <p:spPr>
          <a:xfrm>
            <a:off x="287338" y="1736725"/>
            <a:ext cx="8534400" cy="4679950"/>
          </a:xfrm>
        </p:spPr>
        <p:txBody>
          <a:bodyPr/>
          <a:lstStyle/>
          <a:p>
            <a:pPr>
              <a:buFont typeface="Monotype Sorts"/>
              <a:buNone/>
            </a:pPr>
            <a:r>
              <a:rPr lang="en-US" altLang="en-US" sz="2800" dirty="0"/>
              <a:t>Let’s calculate factorial(4)</a:t>
            </a:r>
          </a:p>
          <a:p>
            <a:pPr>
              <a:buFont typeface="Monotype Sorts"/>
              <a:buNone/>
            </a:pPr>
            <a:endParaRPr lang="en-US" altLang="en-US" sz="2800" dirty="0"/>
          </a:p>
          <a:p>
            <a:pPr>
              <a:buNone/>
            </a:pPr>
            <a:r>
              <a:rPr lang="en-US" altLang="en-US" sz="2800" dirty="0"/>
              <a:t>factorial (4) = 4 * factorial(3)</a:t>
            </a:r>
          </a:p>
          <a:p>
            <a:pPr>
              <a:buNone/>
            </a:pPr>
            <a:r>
              <a:rPr lang="en-US" altLang="en-US" sz="2800" dirty="0"/>
              <a:t>     factorial (3) = 3 * factorial(2)</a:t>
            </a:r>
          </a:p>
          <a:p>
            <a:pPr>
              <a:buNone/>
            </a:pPr>
            <a:r>
              <a:rPr lang="en-US" altLang="en-US" sz="2800" dirty="0"/>
              <a:t>           factorial(2) = 2 * </a:t>
            </a:r>
            <a:r>
              <a:rPr lang="en-US" altLang="en-US" sz="2800" dirty="0">
                <a:highlight>
                  <a:srgbClr val="FFFF00"/>
                </a:highlight>
              </a:rPr>
              <a:t> 1 </a:t>
            </a:r>
            <a:r>
              <a:rPr lang="en-US" altLang="en-US" sz="2800" dirty="0"/>
              <a:t> = 2</a:t>
            </a:r>
          </a:p>
          <a:p>
            <a:pPr>
              <a:buNone/>
            </a:pPr>
            <a:r>
              <a:rPr lang="en-US" altLang="en-US" sz="2800" dirty="0"/>
              <a:t>               factorial (1) = 1 * </a:t>
            </a:r>
            <a:r>
              <a:rPr lang="en-US" altLang="en-US" sz="2800" dirty="0">
                <a:highlight>
                  <a:srgbClr val="FFFF00"/>
                </a:highlight>
              </a:rPr>
              <a:t> 1 </a:t>
            </a:r>
            <a:r>
              <a:rPr lang="en-US" altLang="en-US" sz="2800" dirty="0"/>
              <a:t> = 1</a:t>
            </a:r>
          </a:p>
          <a:p>
            <a:pPr>
              <a:buNone/>
            </a:pPr>
            <a:r>
              <a:rPr lang="en-US" altLang="en-US" sz="2800" dirty="0"/>
              <a:t>                    factorial (0) = 1</a:t>
            </a:r>
          </a:p>
        </p:txBody>
      </p:sp>
      <p:sp>
        <p:nvSpPr>
          <p:cNvPr id="11266" name="Slide Number Placeholder 4">
            <a:extLst>
              <a:ext uri="{FF2B5EF4-FFF2-40B4-BE49-F238E27FC236}">
                <a16:creationId xmlns:a16="http://schemas.microsoft.com/office/drawing/2014/main" id="{94DE74E2-8EB3-4ABA-9286-92FEC0750B9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C0DFC38-AD37-460A-AAB9-CE1B2BFB3928}" type="slidenum">
              <a:rPr lang="en-US" altLang="en-US" sz="1400"/>
              <a:pPr>
                <a:spcBef>
                  <a:spcPct val="0"/>
                </a:spcBef>
                <a:buClrTx/>
                <a:buSzTx/>
                <a:buFontTx/>
                <a:buNone/>
              </a:pPr>
              <a:t>10</a:t>
            </a:fld>
            <a:endParaRPr lang="en-US" altLang="en-US" sz="1400"/>
          </a:p>
        </p:txBody>
      </p:sp>
      <p:sp>
        <p:nvSpPr>
          <p:cNvPr id="11269" name="Rectangle 4">
            <a:extLst>
              <a:ext uri="{FF2B5EF4-FFF2-40B4-BE49-F238E27FC236}">
                <a16:creationId xmlns:a16="http://schemas.microsoft.com/office/drawing/2014/main" id="{B6373A95-1086-4AAB-BB85-69B0F36711C9}"/>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11270" name="Rectangle 5">
            <a:extLst>
              <a:ext uri="{FF2B5EF4-FFF2-40B4-BE49-F238E27FC236}">
                <a16:creationId xmlns:a16="http://schemas.microsoft.com/office/drawing/2014/main" id="{3C0B8321-3C26-43F8-A69D-DB7E5E41580C}"/>
              </a:ext>
            </a:extLst>
          </p:cNvPr>
          <p:cNvSpPr>
            <a:spLocks noChangeArrowheads="1"/>
          </p:cNvSpPr>
          <p:nvPr/>
        </p:nvSpPr>
        <p:spPr bwMode="auto">
          <a:xfrm>
            <a:off x="5688013" y="1196975"/>
            <a:ext cx="329565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000">
                <a:solidFill>
                  <a:schemeClr val="tx2"/>
                </a:solidFill>
              </a:rPr>
              <a:t>factorial(0) = 1;</a:t>
            </a:r>
          </a:p>
          <a:p>
            <a:pPr>
              <a:buFont typeface="Monotype Sorts"/>
              <a:buNone/>
            </a:pPr>
            <a:r>
              <a:rPr lang="en-US" altLang="en-US" sz="2000">
                <a:solidFill>
                  <a:schemeClr val="tx2"/>
                </a:solidFill>
              </a:rPr>
              <a:t>factorial(n) = n*factorial(n-1);</a:t>
            </a:r>
          </a:p>
        </p:txBody>
      </p:sp>
    </p:spTree>
    <p:extLst>
      <p:ext uri="{BB962C8B-B14F-4D97-AF65-F5344CB8AC3E}">
        <p14:creationId xmlns:p14="http://schemas.microsoft.com/office/powerpoint/2010/main" val="3354360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B94F0E48-A3D0-423E-BDD0-337BFC0C256C}"/>
              </a:ext>
            </a:extLst>
          </p:cNvPr>
          <p:cNvSpPr>
            <a:spLocks noGrp="1" noChangeArrowheads="1"/>
          </p:cNvSpPr>
          <p:nvPr>
            <p:ph type="title"/>
          </p:nvPr>
        </p:nvSpPr>
        <p:spPr>
          <a:xfrm>
            <a:off x="685800" y="304800"/>
            <a:ext cx="7772400" cy="838200"/>
          </a:xfrm>
        </p:spPr>
        <p:txBody>
          <a:bodyPr/>
          <a:lstStyle/>
          <a:p>
            <a:r>
              <a:rPr lang="en-US" altLang="en-US"/>
              <a:t>Computing Factorial</a:t>
            </a:r>
          </a:p>
        </p:txBody>
      </p:sp>
      <p:sp>
        <p:nvSpPr>
          <p:cNvPr id="11268" name="Rectangle 3">
            <a:extLst>
              <a:ext uri="{FF2B5EF4-FFF2-40B4-BE49-F238E27FC236}">
                <a16:creationId xmlns:a16="http://schemas.microsoft.com/office/drawing/2014/main" id="{DC0982E3-6EB5-406F-A853-D57C375A87F1}"/>
              </a:ext>
            </a:extLst>
          </p:cNvPr>
          <p:cNvSpPr>
            <a:spLocks noGrp="1" noChangeArrowheads="1"/>
          </p:cNvSpPr>
          <p:nvPr>
            <p:ph idx="1"/>
          </p:nvPr>
        </p:nvSpPr>
        <p:spPr>
          <a:xfrm>
            <a:off x="287338" y="1736725"/>
            <a:ext cx="8534400" cy="4679950"/>
          </a:xfrm>
        </p:spPr>
        <p:txBody>
          <a:bodyPr/>
          <a:lstStyle/>
          <a:p>
            <a:pPr>
              <a:buFont typeface="Monotype Sorts"/>
              <a:buNone/>
            </a:pPr>
            <a:r>
              <a:rPr lang="en-US" altLang="en-US" sz="2800" dirty="0"/>
              <a:t>Let’s calculate factorial(4)</a:t>
            </a:r>
          </a:p>
          <a:p>
            <a:pPr>
              <a:buFont typeface="Monotype Sorts"/>
              <a:buNone/>
            </a:pPr>
            <a:endParaRPr lang="en-US" altLang="en-US" sz="2800" dirty="0"/>
          </a:p>
          <a:p>
            <a:pPr>
              <a:buNone/>
            </a:pPr>
            <a:r>
              <a:rPr lang="en-US" altLang="en-US" sz="2800" dirty="0"/>
              <a:t>factorial (4) = 4 * factorial(3)</a:t>
            </a:r>
          </a:p>
          <a:p>
            <a:pPr>
              <a:buNone/>
            </a:pPr>
            <a:r>
              <a:rPr lang="en-US" altLang="en-US" sz="2800" dirty="0"/>
              <a:t>     factorial (3) = 3 * </a:t>
            </a:r>
            <a:r>
              <a:rPr lang="en-US" altLang="en-US" sz="2800" dirty="0">
                <a:highlight>
                  <a:srgbClr val="FFFF00"/>
                </a:highlight>
              </a:rPr>
              <a:t> 2 </a:t>
            </a:r>
            <a:r>
              <a:rPr lang="en-US" altLang="en-US" sz="2800" dirty="0"/>
              <a:t> = 6</a:t>
            </a:r>
          </a:p>
          <a:p>
            <a:pPr>
              <a:buNone/>
            </a:pPr>
            <a:r>
              <a:rPr lang="en-US" altLang="en-US" sz="2800" dirty="0"/>
              <a:t>           factorial(2) = 2 * </a:t>
            </a:r>
            <a:r>
              <a:rPr lang="en-US" altLang="en-US" sz="2800" dirty="0">
                <a:highlight>
                  <a:srgbClr val="FFFF00"/>
                </a:highlight>
              </a:rPr>
              <a:t> 1 </a:t>
            </a:r>
            <a:r>
              <a:rPr lang="en-US" altLang="en-US" sz="2800" dirty="0"/>
              <a:t> = 2</a:t>
            </a:r>
          </a:p>
          <a:p>
            <a:pPr>
              <a:buNone/>
            </a:pPr>
            <a:r>
              <a:rPr lang="en-US" altLang="en-US" sz="2800" dirty="0"/>
              <a:t>               factorial (1) = 1 * </a:t>
            </a:r>
            <a:r>
              <a:rPr lang="en-US" altLang="en-US" sz="2800" dirty="0">
                <a:highlight>
                  <a:srgbClr val="FFFF00"/>
                </a:highlight>
              </a:rPr>
              <a:t> 1 </a:t>
            </a:r>
            <a:r>
              <a:rPr lang="en-US" altLang="en-US" sz="2800" dirty="0"/>
              <a:t> = 1</a:t>
            </a:r>
          </a:p>
          <a:p>
            <a:pPr>
              <a:buNone/>
            </a:pPr>
            <a:r>
              <a:rPr lang="en-US" altLang="en-US" sz="2800" dirty="0"/>
              <a:t>                    factorial (0) = 1</a:t>
            </a:r>
          </a:p>
        </p:txBody>
      </p:sp>
      <p:sp>
        <p:nvSpPr>
          <p:cNvPr id="11266" name="Slide Number Placeholder 4">
            <a:extLst>
              <a:ext uri="{FF2B5EF4-FFF2-40B4-BE49-F238E27FC236}">
                <a16:creationId xmlns:a16="http://schemas.microsoft.com/office/drawing/2014/main" id="{94DE74E2-8EB3-4ABA-9286-92FEC0750B9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C0DFC38-AD37-460A-AAB9-CE1B2BFB3928}" type="slidenum">
              <a:rPr lang="en-US" altLang="en-US" sz="1400"/>
              <a:pPr>
                <a:spcBef>
                  <a:spcPct val="0"/>
                </a:spcBef>
                <a:buClrTx/>
                <a:buSzTx/>
                <a:buFontTx/>
                <a:buNone/>
              </a:pPr>
              <a:t>11</a:t>
            </a:fld>
            <a:endParaRPr lang="en-US" altLang="en-US" sz="1400"/>
          </a:p>
        </p:txBody>
      </p:sp>
      <p:sp>
        <p:nvSpPr>
          <p:cNvPr id="11269" name="Rectangle 4">
            <a:extLst>
              <a:ext uri="{FF2B5EF4-FFF2-40B4-BE49-F238E27FC236}">
                <a16:creationId xmlns:a16="http://schemas.microsoft.com/office/drawing/2014/main" id="{B6373A95-1086-4AAB-BB85-69B0F36711C9}"/>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11270" name="Rectangle 5">
            <a:extLst>
              <a:ext uri="{FF2B5EF4-FFF2-40B4-BE49-F238E27FC236}">
                <a16:creationId xmlns:a16="http://schemas.microsoft.com/office/drawing/2014/main" id="{3C0B8321-3C26-43F8-A69D-DB7E5E41580C}"/>
              </a:ext>
            </a:extLst>
          </p:cNvPr>
          <p:cNvSpPr>
            <a:spLocks noChangeArrowheads="1"/>
          </p:cNvSpPr>
          <p:nvPr/>
        </p:nvSpPr>
        <p:spPr bwMode="auto">
          <a:xfrm>
            <a:off x="5688013" y="1196975"/>
            <a:ext cx="329565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000">
                <a:solidFill>
                  <a:schemeClr val="tx2"/>
                </a:solidFill>
              </a:rPr>
              <a:t>factorial(0) = 1;</a:t>
            </a:r>
          </a:p>
          <a:p>
            <a:pPr>
              <a:buFont typeface="Monotype Sorts"/>
              <a:buNone/>
            </a:pPr>
            <a:r>
              <a:rPr lang="en-US" altLang="en-US" sz="2000">
                <a:solidFill>
                  <a:schemeClr val="tx2"/>
                </a:solidFill>
              </a:rPr>
              <a:t>factorial(n) = n*factorial(n-1);</a:t>
            </a:r>
          </a:p>
        </p:txBody>
      </p:sp>
    </p:spTree>
    <p:extLst>
      <p:ext uri="{BB962C8B-B14F-4D97-AF65-F5344CB8AC3E}">
        <p14:creationId xmlns:p14="http://schemas.microsoft.com/office/powerpoint/2010/main" val="814831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B94F0E48-A3D0-423E-BDD0-337BFC0C256C}"/>
              </a:ext>
            </a:extLst>
          </p:cNvPr>
          <p:cNvSpPr>
            <a:spLocks noGrp="1" noChangeArrowheads="1"/>
          </p:cNvSpPr>
          <p:nvPr>
            <p:ph type="title"/>
          </p:nvPr>
        </p:nvSpPr>
        <p:spPr>
          <a:xfrm>
            <a:off x="685800" y="304800"/>
            <a:ext cx="7772400" cy="838200"/>
          </a:xfrm>
        </p:spPr>
        <p:txBody>
          <a:bodyPr/>
          <a:lstStyle/>
          <a:p>
            <a:r>
              <a:rPr lang="en-US" altLang="en-US"/>
              <a:t>Computing Factorial</a:t>
            </a:r>
          </a:p>
        </p:txBody>
      </p:sp>
      <p:sp>
        <p:nvSpPr>
          <p:cNvPr id="11268" name="Rectangle 3">
            <a:extLst>
              <a:ext uri="{FF2B5EF4-FFF2-40B4-BE49-F238E27FC236}">
                <a16:creationId xmlns:a16="http://schemas.microsoft.com/office/drawing/2014/main" id="{DC0982E3-6EB5-406F-A853-D57C375A87F1}"/>
              </a:ext>
            </a:extLst>
          </p:cNvPr>
          <p:cNvSpPr>
            <a:spLocks noGrp="1" noChangeArrowheads="1"/>
          </p:cNvSpPr>
          <p:nvPr>
            <p:ph idx="1"/>
          </p:nvPr>
        </p:nvSpPr>
        <p:spPr>
          <a:xfrm>
            <a:off x="287338" y="1736725"/>
            <a:ext cx="8534400" cy="4679950"/>
          </a:xfrm>
        </p:spPr>
        <p:txBody>
          <a:bodyPr/>
          <a:lstStyle/>
          <a:p>
            <a:pPr>
              <a:buFont typeface="Monotype Sorts"/>
              <a:buNone/>
            </a:pPr>
            <a:r>
              <a:rPr lang="en-US" altLang="en-US" sz="2800" dirty="0"/>
              <a:t>Let’s calculate factorial(4)</a:t>
            </a:r>
          </a:p>
          <a:p>
            <a:pPr>
              <a:buFont typeface="Monotype Sorts"/>
              <a:buNone/>
            </a:pPr>
            <a:endParaRPr lang="en-US" altLang="en-US" sz="2800" dirty="0"/>
          </a:p>
          <a:p>
            <a:pPr>
              <a:buNone/>
            </a:pPr>
            <a:r>
              <a:rPr lang="en-US" altLang="en-US" sz="2800" dirty="0"/>
              <a:t>factorial (4) = 4 * </a:t>
            </a:r>
            <a:r>
              <a:rPr lang="en-US" altLang="en-US" sz="2800" dirty="0">
                <a:highlight>
                  <a:srgbClr val="FFFF00"/>
                </a:highlight>
              </a:rPr>
              <a:t> 6 </a:t>
            </a:r>
            <a:r>
              <a:rPr lang="en-US" altLang="en-US" sz="2800" dirty="0"/>
              <a:t> = 24</a:t>
            </a:r>
          </a:p>
          <a:p>
            <a:pPr>
              <a:buNone/>
            </a:pPr>
            <a:r>
              <a:rPr lang="en-US" altLang="en-US" sz="2800" dirty="0"/>
              <a:t>     factorial (3) = 3 * </a:t>
            </a:r>
            <a:r>
              <a:rPr lang="en-US" altLang="en-US" sz="2800" dirty="0">
                <a:highlight>
                  <a:srgbClr val="FFFF00"/>
                </a:highlight>
              </a:rPr>
              <a:t> 2 </a:t>
            </a:r>
            <a:r>
              <a:rPr lang="en-US" altLang="en-US" sz="2800" dirty="0"/>
              <a:t> = 6</a:t>
            </a:r>
          </a:p>
          <a:p>
            <a:pPr>
              <a:buNone/>
            </a:pPr>
            <a:r>
              <a:rPr lang="en-US" altLang="en-US" sz="2800" dirty="0"/>
              <a:t>           factorial(2) = 2 * </a:t>
            </a:r>
            <a:r>
              <a:rPr lang="en-US" altLang="en-US" sz="2800" dirty="0">
                <a:highlight>
                  <a:srgbClr val="FFFF00"/>
                </a:highlight>
              </a:rPr>
              <a:t> 1 </a:t>
            </a:r>
            <a:r>
              <a:rPr lang="en-US" altLang="en-US" sz="2800" dirty="0"/>
              <a:t> = 2</a:t>
            </a:r>
          </a:p>
          <a:p>
            <a:pPr>
              <a:buNone/>
            </a:pPr>
            <a:r>
              <a:rPr lang="en-US" altLang="en-US" sz="2800" dirty="0"/>
              <a:t>               factorial (1) = 1 * </a:t>
            </a:r>
            <a:r>
              <a:rPr lang="en-US" altLang="en-US" sz="2800" dirty="0">
                <a:highlight>
                  <a:srgbClr val="FFFF00"/>
                </a:highlight>
              </a:rPr>
              <a:t> 1 </a:t>
            </a:r>
            <a:r>
              <a:rPr lang="en-US" altLang="en-US" sz="2800" dirty="0"/>
              <a:t> = 1</a:t>
            </a:r>
          </a:p>
          <a:p>
            <a:pPr>
              <a:buNone/>
            </a:pPr>
            <a:r>
              <a:rPr lang="en-US" altLang="en-US" sz="2800" dirty="0"/>
              <a:t>                    factorial (0) = 1</a:t>
            </a:r>
          </a:p>
        </p:txBody>
      </p:sp>
      <p:sp>
        <p:nvSpPr>
          <p:cNvPr id="11266" name="Slide Number Placeholder 4">
            <a:extLst>
              <a:ext uri="{FF2B5EF4-FFF2-40B4-BE49-F238E27FC236}">
                <a16:creationId xmlns:a16="http://schemas.microsoft.com/office/drawing/2014/main" id="{94DE74E2-8EB3-4ABA-9286-92FEC0750B9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C0DFC38-AD37-460A-AAB9-CE1B2BFB3928}" type="slidenum">
              <a:rPr lang="en-US" altLang="en-US" sz="1400"/>
              <a:pPr>
                <a:spcBef>
                  <a:spcPct val="0"/>
                </a:spcBef>
                <a:buClrTx/>
                <a:buSzTx/>
                <a:buFontTx/>
                <a:buNone/>
              </a:pPr>
              <a:t>12</a:t>
            </a:fld>
            <a:endParaRPr lang="en-US" altLang="en-US" sz="1400"/>
          </a:p>
        </p:txBody>
      </p:sp>
      <p:sp>
        <p:nvSpPr>
          <p:cNvPr id="11269" name="Rectangle 4">
            <a:extLst>
              <a:ext uri="{FF2B5EF4-FFF2-40B4-BE49-F238E27FC236}">
                <a16:creationId xmlns:a16="http://schemas.microsoft.com/office/drawing/2014/main" id="{B6373A95-1086-4AAB-BB85-69B0F36711C9}"/>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11270" name="Rectangle 5">
            <a:extLst>
              <a:ext uri="{FF2B5EF4-FFF2-40B4-BE49-F238E27FC236}">
                <a16:creationId xmlns:a16="http://schemas.microsoft.com/office/drawing/2014/main" id="{3C0B8321-3C26-43F8-A69D-DB7E5E41580C}"/>
              </a:ext>
            </a:extLst>
          </p:cNvPr>
          <p:cNvSpPr>
            <a:spLocks noChangeArrowheads="1"/>
          </p:cNvSpPr>
          <p:nvPr/>
        </p:nvSpPr>
        <p:spPr bwMode="auto">
          <a:xfrm>
            <a:off x="5688013" y="1196975"/>
            <a:ext cx="329565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000">
                <a:solidFill>
                  <a:schemeClr val="tx2"/>
                </a:solidFill>
              </a:rPr>
              <a:t>factorial(0) = 1;</a:t>
            </a:r>
          </a:p>
          <a:p>
            <a:pPr>
              <a:buFont typeface="Monotype Sorts"/>
              <a:buNone/>
            </a:pPr>
            <a:r>
              <a:rPr lang="en-US" altLang="en-US" sz="2000">
                <a:solidFill>
                  <a:schemeClr val="tx2"/>
                </a:solidFill>
              </a:rPr>
              <a:t>factorial(n) = n*factorial(n-1);</a:t>
            </a:r>
          </a:p>
        </p:txBody>
      </p:sp>
    </p:spTree>
    <p:extLst>
      <p:ext uri="{BB962C8B-B14F-4D97-AF65-F5344CB8AC3E}">
        <p14:creationId xmlns:p14="http://schemas.microsoft.com/office/powerpoint/2010/main" val="1541711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B94F0E48-A3D0-423E-BDD0-337BFC0C256C}"/>
              </a:ext>
            </a:extLst>
          </p:cNvPr>
          <p:cNvSpPr>
            <a:spLocks noGrp="1" noChangeArrowheads="1"/>
          </p:cNvSpPr>
          <p:nvPr>
            <p:ph type="title"/>
          </p:nvPr>
        </p:nvSpPr>
        <p:spPr>
          <a:xfrm>
            <a:off x="685800" y="304800"/>
            <a:ext cx="7772400" cy="838200"/>
          </a:xfrm>
        </p:spPr>
        <p:txBody>
          <a:bodyPr/>
          <a:lstStyle/>
          <a:p>
            <a:r>
              <a:rPr lang="en-US" altLang="en-US"/>
              <a:t>Computing Factorial</a:t>
            </a:r>
          </a:p>
        </p:txBody>
      </p:sp>
      <p:sp>
        <p:nvSpPr>
          <p:cNvPr id="11268" name="Rectangle 3">
            <a:extLst>
              <a:ext uri="{FF2B5EF4-FFF2-40B4-BE49-F238E27FC236}">
                <a16:creationId xmlns:a16="http://schemas.microsoft.com/office/drawing/2014/main" id="{DC0982E3-6EB5-406F-A853-D57C375A87F1}"/>
              </a:ext>
            </a:extLst>
          </p:cNvPr>
          <p:cNvSpPr>
            <a:spLocks noGrp="1" noChangeArrowheads="1"/>
          </p:cNvSpPr>
          <p:nvPr>
            <p:ph idx="1"/>
          </p:nvPr>
        </p:nvSpPr>
        <p:spPr>
          <a:xfrm>
            <a:off x="287338" y="1736725"/>
            <a:ext cx="8534400" cy="4679950"/>
          </a:xfrm>
        </p:spPr>
        <p:txBody>
          <a:bodyPr/>
          <a:lstStyle/>
          <a:p>
            <a:pPr>
              <a:spcBef>
                <a:spcPts val="0"/>
              </a:spcBef>
              <a:buFont typeface="Monotype Sorts"/>
              <a:buNone/>
            </a:pPr>
            <a:r>
              <a:rPr lang="en-US" altLang="en-US" sz="2800" dirty="0"/>
              <a:t>What would the function look like?</a:t>
            </a:r>
          </a:p>
          <a:p>
            <a:pPr>
              <a:spcBef>
                <a:spcPts val="0"/>
              </a:spcBef>
              <a:buFont typeface="Monotype Sorts"/>
              <a:buNone/>
            </a:pPr>
            <a:endParaRPr lang="en-US" altLang="en-US" sz="2800" dirty="0"/>
          </a:p>
          <a:p>
            <a:pPr>
              <a:spcBef>
                <a:spcPts val="0"/>
              </a:spcBef>
              <a:buFont typeface="Monotype Sorts"/>
              <a:buNone/>
            </a:pPr>
            <a:r>
              <a:rPr lang="en-US" altLang="en-US" sz="2800" dirty="0">
                <a:solidFill>
                  <a:srgbClr val="002060"/>
                </a:solidFill>
              </a:rPr>
              <a:t>public static int factorial (int n)</a:t>
            </a:r>
          </a:p>
          <a:p>
            <a:pPr>
              <a:spcBef>
                <a:spcPts val="0"/>
              </a:spcBef>
              <a:buFont typeface="Monotype Sorts"/>
              <a:buNone/>
            </a:pPr>
            <a:r>
              <a:rPr lang="en-US" altLang="en-US" sz="2800" dirty="0">
                <a:solidFill>
                  <a:srgbClr val="002060"/>
                </a:solidFill>
              </a:rPr>
              <a:t>{</a:t>
            </a:r>
          </a:p>
          <a:p>
            <a:pPr>
              <a:spcBef>
                <a:spcPts val="0"/>
              </a:spcBef>
              <a:buFont typeface="Monotype Sorts"/>
              <a:buNone/>
            </a:pPr>
            <a:r>
              <a:rPr lang="en-US" altLang="en-US" sz="2800" dirty="0">
                <a:solidFill>
                  <a:srgbClr val="002060"/>
                </a:solidFill>
              </a:rPr>
              <a:t>	if (n == 0)</a:t>
            </a:r>
          </a:p>
          <a:p>
            <a:pPr>
              <a:spcBef>
                <a:spcPts val="0"/>
              </a:spcBef>
              <a:buFont typeface="Monotype Sorts"/>
              <a:buNone/>
            </a:pPr>
            <a:r>
              <a:rPr lang="en-US" altLang="en-US" sz="2800" dirty="0">
                <a:solidFill>
                  <a:srgbClr val="002060"/>
                </a:solidFill>
              </a:rPr>
              <a:t>		return 1;   // the factorial of 0 = 1</a:t>
            </a:r>
          </a:p>
          <a:p>
            <a:pPr>
              <a:spcBef>
                <a:spcPts val="0"/>
              </a:spcBef>
              <a:buFont typeface="Monotype Sorts"/>
              <a:buNone/>
            </a:pPr>
            <a:r>
              <a:rPr lang="en-US" altLang="en-US" sz="2800" dirty="0">
                <a:solidFill>
                  <a:srgbClr val="002060"/>
                </a:solidFill>
              </a:rPr>
              <a:t>	else</a:t>
            </a:r>
          </a:p>
          <a:p>
            <a:pPr>
              <a:spcBef>
                <a:spcPts val="0"/>
              </a:spcBef>
              <a:buFont typeface="Monotype Sorts"/>
              <a:buNone/>
            </a:pPr>
            <a:r>
              <a:rPr lang="en-US" altLang="en-US" sz="2800" dirty="0">
                <a:solidFill>
                  <a:srgbClr val="002060"/>
                </a:solidFill>
              </a:rPr>
              <a:t>		return n * factorial (n-1);</a:t>
            </a:r>
          </a:p>
          <a:p>
            <a:pPr>
              <a:spcBef>
                <a:spcPts val="0"/>
              </a:spcBef>
              <a:buFont typeface="Monotype Sorts"/>
              <a:buNone/>
            </a:pPr>
            <a:r>
              <a:rPr lang="en-US" altLang="en-US" sz="2800" dirty="0">
                <a:solidFill>
                  <a:srgbClr val="002060"/>
                </a:solidFill>
              </a:rPr>
              <a:t>}</a:t>
            </a:r>
          </a:p>
        </p:txBody>
      </p:sp>
      <p:sp>
        <p:nvSpPr>
          <p:cNvPr id="11266" name="Slide Number Placeholder 4">
            <a:extLst>
              <a:ext uri="{FF2B5EF4-FFF2-40B4-BE49-F238E27FC236}">
                <a16:creationId xmlns:a16="http://schemas.microsoft.com/office/drawing/2014/main" id="{94DE74E2-8EB3-4ABA-9286-92FEC0750B9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C0DFC38-AD37-460A-AAB9-CE1B2BFB3928}" type="slidenum">
              <a:rPr lang="en-US" altLang="en-US" sz="1400"/>
              <a:pPr>
                <a:spcBef>
                  <a:spcPct val="0"/>
                </a:spcBef>
                <a:buClrTx/>
                <a:buSzTx/>
                <a:buFontTx/>
                <a:buNone/>
              </a:pPr>
              <a:t>13</a:t>
            </a:fld>
            <a:endParaRPr lang="en-US" altLang="en-US" sz="1400"/>
          </a:p>
        </p:txBody>
      </p:sp>
      <p:sp>
        <p:nvSpPr>
          <p:cNvPr id="11269" name="Rectangle 4">
            <a:extLst>
              <a:ext uri="{FF2B5EF4-FFF2-40B4-BE49-F238E27FC236}">
                <a16:creationId xmlns:a16="http://schemas.microsoft.com/office/drawing/2014/main" id="{B6373A95-1086-4AAB-BB85-69B0F36711C9}"/>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11270" name="Rectangle 5">
            <a:extLst>
              <a:ext uri="{FF2B5EF4-FFF2-40B4-BE49-F238E27FC236}">
                <a16:creationId xmlns:a16="http://schemas.microsoft.com/office/drawing/2014/main" id="{3C0B8321-3C26-43F8-A69D-DB7E5E41580C}"/>
              </a:ext>
            </a:extLst>
          </p:cNvPr>
          <p:cNvSpPr>
            <a:spLocks noChangeArrowheads="1"/>
          </p:cNvSpPr>
          <p:nvPr/>
        </p:nvSpPr>
        <p:spPr bwMode="auto">
          <a:xfrm>
            <a:off x="5688013" y="1196975"/>
            <a:ext cx="329565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000">
                <a:solidFill>
                  <a:schemeClr val="tx2"/>
                </a:solidFill>
              </a:rPr>
              <a:t>factorial(0) = 1;</a:t>
            </a:r>
          </a:p>
          <a:p>
            <a:pPr>
              <a:buFont typeface="Monotype Sorts"/>
              <a:buNone/>
            </a:pPr>
            <a:r>
              <a:rPr lang="en-US" altLang="en-US" sz="2000">
                <a:solidFill>
                  <a:schemeClr val="tx2"/>
                </a:solidFill>
              </a:rPr>
              <a:t>factorial(n) = n*factorial(n-1);</a:t>
            </a:r>
          </a:p>
        </p:txBody>
      </p:sp>
    </p:spTree>
    <p:extLst>
      <p:ext uri="{BB962C8B-B14F-4D97-AF65-F5344CB8AC3E}">
        <p14:creationId xmlns:p14="http://schemas.microsoft.com/office/powerpoint/2010/main" val="2777081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a:extLst>
              <a:ext uri="{FF2B5EF4-FFF2-40B4-BE49-F238E27FC236}">
                <a16:creationId xmlns:a16="http://schemas.microsoft.com/office/drawing/2014/main" id="{2B33E96B-35E7-45F0-B0A2-D2D2D3716F47}"/>
              </a:ext>
            </a:extLst>
          </p:cNvPr>
          <p:cNvSpPr>
            <a:spLocks noGrp="1" noChangeArrowheads="1"/>
          </p:cNvSpPr>
          <p:nvPr>
            <p:ph type="title"/>
          </p:nvPr>
        </p:nvSpPr>
        <p:spPr>
          <a:xfrm>
            <a:off x="685800" y="285750"/>
            <a:ext cx="7772400" cy="781050"/>
          </a:xfrm>
        </p:spPr>
        <p:txBody>
          <a:bodyPr/>
          <a:lstStyle/>
          <a:p>
            <a:r>
              <a:rPr lang="en-US" altLang="en-US" sz="4000"/>
              <a:t>Trace Recursive factorial</a:t>
            </a:r>
          </a:p>
        </p:txBody>
      </p:sp>
      <p:sp>
        <p:nvSpPr>
          <p:cNvPr id="31746" name="Slide Number Placeholder 4">
            <a:extLst>
              <a:ext uri="{FF2B5EF4-FFF2-40B4-BE49-F238E27FC236}">
                <a16:creationId xmlns:a16="http://schemas.microsoft.com/office/drawing/2014/main" id="{63204165-D005-4132-BEF1-44CE6E017FC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8A486F0-D000-4070-97D3-C939EB68D49C}" type="slidenum">
              <a:rPr lang="en-US" altLang="en-US" sz="1400"/>
              <a:pPr>
                <a:spcBef>
                  <a:spcPct val="0"/>
                </a:spcBef>
                <a:buClrTx/>
                <a:buSzTx/>
                <a:buFontTx/>
                <a:buNone/>
              </a:pPr>
              <a:t>14</a:t>
            </a:fld>
            <a:endParaRPr lang="en-US" altLang="en-US" sz="1400"/>
          </a:p>
        </p:txBody>
      </p:sp>
      <p:sp>
        <p:nvSpPr>
          <p:cNvPr id="31750" name="Rectangle 8">
            <a:extLst>
              <a:ext uri="{FF2B5EF4-FFF2-40B4-BE49-F238E27FC236}">
                <a16:creationId xmlns:a16="http://schemas.microsoft.com/office/drawing/2014/main" id="{2CF8F7DB-71FF-4D15-8098-05DD41E07FFF}"/>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graphicFrame>
        <p:nvGraphicFramePr>
          <p:cNvPr id="31752" name="Object 12" descr="Diagram showing how the recursive factorial method would work">
            <a:extLst>
              <a:ext uri="{FF2B5EF4-FFF2-40B4-BE49-F238E27FC236}">
                <a16:creationId xmlns:a16="http://schemas.microsoft.com/office/drawing/2014/main" id="{17CF74D2-1A33-4F61-B1D4-8B67867A24AC}"/>
              </a:ext>
            </a:extLst>
          </p:cNvPr>
          <p:cNvGraphicFramePr>
            <a:graphicFrameLocks noChangeAspect="1"/>
          </p:cNvGraphicFramePr>
          <p:nvPr>
            <p:extLst>
              <p:ext uri="{D42A27DB-BD31-4B8C-83A1-F6EECF244321}">
                <p14:modId xmlns:p14="http://schemas.microsoft.com/office/powerpoint/2010/main" val="751034118"/>
              </p:ext>
            </p:extLst>
          </p:nvPr>
        </p:nvGraphicFramePr>
        <p:xfrm>
          <a:off x="152400" y="1828800"/>
          <a:ext cx="6705600" cy="4329113"/>
        </p:xfrm>
        <a:graphic>
          <a:graphicData uri="http://schemas.openxmlformats.org/presentationml/2006/ole">
            <mc:AlternateContent xmlns:mc="http://schemas.openxmlformats.org/markup-compatibility/2006">
              <mc:Choice xmlns:v="urn:schemas-microsoft-com:vml" Requires="v">
                <p:oleObj name="Picture" r:id="rId3" imgW="3660648" imgH="2360676" progId="Word.Picture.8">
                  <p:embed/>
                </p:oleObj>
              </mc:Choice>
              <mc:Fallback>
                <p:oleObj name="Picture" r:id="rId3" imgW="3660648" imgH="2360676" progId="Word.Picture.8">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828800"/>
                        <a:ext cx="6705600" cy="432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53" name="AutoShape 6">
            <a:extLst>
              <a:ext uri="{FF2B5EF4-FFF2-40B4-BE49-F238E27FC236}">
                <a16:creationId xmlns:a16="http://schemas.microsoft.com/office/drawing/2014/main" id="{3C776871-25FB-46EE-BECA-971BCD046B08}"/>
              </a:ext>
            </a:extLst>
          </p:cNvPr>
          <p:cNvSpPr>
            <a:spLocks noChangeArrowheads="1"/>
          </p:cNvSpPr>
          <p:nvPr/>
        </p:nvSpPr>
        <p:spPr bwMode="auto">
          <a:xfrm>
            <a:off x="5181600" y="1066800"/>
            <a:ext cx="3533775" cy="384175"/>
          </a:xfrm>
          <a:prstGeom prst="wedgeRoundRectCallout">
            <a:avLst>
              <a:gd name="adj1" fmla="val -102245"/>
              <a:gd name="adj2" fmla="val 239671"/>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Executes factorial(4)</a:t>
            </a:r>
          </a:p>
        </p:txBody>
      </p:sp>
      <p:graphicFrame>
        <p:nvGraphicFramePr>
          <p:cNvPr id="31755" name="Object 2">
            <a:extLst>
              <a:ext uri="{FF2B5EF4-FFF2-40B4-BE49-F238E27FC236}">
                <a16:creationId xmlns:a16="http://schemas.microsoft.com/office/drawing/2014/main" id="{8484A563-E820-4004-BA7E-28B0B65BE16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505082663"/>
              </p:ext>
            </p:extLst>
          </p:nvPr>
        </p:nvGraphicFramePr>
        <p:xfrm>
          <a:off x="7510463" y="3810000"/>
          <a:ext cx="1139825" cy="2362200"/>
        </p:xfrm>
        <a:graphic>
          <a:graphicData uri="http://schemas.openxmlformats.org/presentationml/2006/ole">
            <mc:AlternateContent xmlns:mc="http://schemas.openxmlformats.org/markup-compatibility/2006">
              <mc:Choice xmlns:v="urn:schemas-microsoft-com:vml" Requires="v">
                <p:oleObj name="Picture" r:id="rId5" imgW="1068324" imgH="2208276" progId="Word.Picture.8">
                  <p:embed/>
                </p:oleObj>
              </mc:Choice>
              <mc:Fallback>
                <p:oleObj name="Picture" r:id="rId5" imgW="1068324" imgH="2208276" progId="Word.Picture.8">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10463" y="3810000"/>
                        <a:ext cx="1139825"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4" name="Object 7" descr="Diagram showing how the recursive factorial method would work">
            <a:extLst>
              <a:ext uri="{FF2B5EF4-FFF2-40B4-BE49-F238E27FC236}">
                <a16:creationId xmlns:a16="http://schemas.microsoft.com/office/drawing/2014/main" id="{C41B03DC-0624-44AA-8AC3-6C6B4315A629}"/>
              </a:ext>
            </a:extLst>
          </p:cNvPr>
          <p:cNvGraphicFramePr>
            <a:graphicFrameLocks noChangeAspect="1"/>
          </p:cNvGraphicFramePr>
          <p:nvPr>
            <p:extLst>
              <p:ext uri="{D42A27DB-BD31-4B8C-83A1-F6EECF244321}">
                <p14:modId xmlns:p14="http://schemas.microsoft.com/office/powerpoint/2010/main" val="3486960346"/>
              </p:ext>
            </p:extLst>
          </p:nvPr>
        </p:nvGraphicFramePr>
        <p:xfrm>
          <a:off x="152400" y="1828800"/>
          <a:ext cx="6705600" cy="4329113"/>
        </p:xfrm>
        <a:graphic>
          <a:graphicData uri="http://schemas.openxmlformats.org/presentationml/2006/ole">
            <mc:AlternateContent xmlns:mc="http://schemas.openxmlformats.org/markup-compatibility/2006">
              <mc:Choice xmlns:v="urn:schemas-microsoft-com:vml" Requires="v">
                <p:oleObj name="Picture" r:id="rId3" imgW="3660648" imgH="2360676" progId="Word.Picture.8">
                  <p:embed/>
                </p:oleObj>
              </mc:Choice>
              <mc:Fallback>
                <p:oleObj name="Picture" r:id="rId3" imgW="3660648" imgH="2360676"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828800"/>
                        <a:ext cx="6705600" cy="432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796" name="Rectangle 2">
            <a:extLst>
              <a:ext uri="{FF2B5EF4-FFF2-40B4-BE49-F238E27FC236}">
                <a16:creationId xmlns:a16="http://schemas.microsoft.com/office/drawing/2014/main" id="{AB0ADBCE-18BE-4EBA-A214-61619DD45FAA}"/>
              </a:ext>
            </a:extLst>
          </p:cNvPr>
          <p:cNvSpPr>
            <a:spLocks noGrp="1" noChangeArrowheads="1"/>
          </p:cNvSpPr>
          <p:nvPr>
            <p:ph type="title"/>
          </p:nvPr>
        </p:nvSpPr>
        <p:spPr>
          <a:xfrm>
            <a:off x="685800" y="285750"/>
            <a:ext cx="7772400" cy="781050"/>
          </a:xfrm>
        </p:spPr>
        <p:txBody>
          <a:bodyPr/>
          <a:lstStyle/>
          <a:p>
            <a:r>
              <a:rPr lang="en-US" altLang="en-US" sz="4000"/>
              <a:t>Trace Recursive factorial</a:t>
            </a:r>
          </a:p>
        </p:txBody>
      </p:sp>
      <p:graphicFrame>
        <p:nvGraphicFramePr>
          <p:cNvPr id="33806" name="Content Placeholder 2">
            <a:extLst>
              <a:ext uri="{FF2B5EF4-FFF2-40B4-BE49-F238E27FC236}">
                <a16:creationId xmlns:a16="http://schemas.microsoft.com/office/drawing/2014/main" id="{C170B9C8-1953-4AAF-B9BF-9DD27F04D4E9}"/>
              </a:ext>
              <a:ext uri="{C183D7F6-B498-43B3-948B-1728B52AA6E4}">
                <adec:decorative xmlns:adec="http://schemas.microsoft.com/office/drawing/2017/decorative" val="1"/>
              </a:ext>
            </a:extLst>
          </p:cNvPr>
          <p:cNvGraphicFramePr>
            <a:graphicFrameLocks noGrp="1" noChangeAspect="1"/>
          </p:cNvGraphicFramePr>
          <p:nvPr>
            <p:ph idx="1"/>
            <p:extLst>
              <p:ext uri="{D42A27DB-BD31-4B8C-83A1-F6EECF244321}">
                <p14:modId xmlns:p14="http://schemas.microsoft.com/office/powerpoint/2010/main" val="1142828100"/>
              </p:ext>
            </p:extLst>
          </p:nvPr>
        </p:nvGraphicFramePr>
        <p:xfrm>
          <a:off x="4037013" y="2609850"/>
          <a:ext cx="1068387" cy="2208213"/>
        </p:xfrm>
        <a:graphic>
          <a:graphicData uri="http://schemas.openxmlformats.org/presentationml/2006/ole">
            <mc:AlternateContent xmlns:mc="http://schemas.openxmlformats.org/markup-compatibility/2006">
              <mc:Choice xmlns:v="urn:schemas-microsoft-com:vml" Requires="v">
                <p:oleObj name="Picture" r:id="rId5" imgW="1068324" imgH="2208276" progId="Word.Picture.8">
                  <p:embed/>
                </p:oleObj>
              </mc:Choice>
              <mc:Fallback>
                <p:oleObj name="Picture" r:id="rId5" imgW="1068324" imgH="2208276" progId="Word.Picture.8">
                  <p:embed/>
                  <p:pic>
                    <p:nvPicPr>
                      <p:cNvPr id="0" name="Content Placeholder 2"/>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7013" y="2609850"/>
                        <a:ext cx="1068387" cy="2208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3795" name="Slide Number Placeholder 4">
            <a:extLst>
              <a:ext uri="{FF2B5EF4-FFF2-40B4-BE49-F238E27FC236}">
                <a16:creationId xmlns:a16="http://schemas.microsoft.com/office/drawing/2014/main" id="{8954ADD8-8AA3-47FB-AD06-AB4F7802BA8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70C6310-D240-40F1-B295-814D233034F9}" type="slidenum">
              <a:rPr lang="en-US" altLang="en-US" sz="1400"/>
              <a:pPr>
                <a:spcBef>
                  <a:spcPct val="0"/>
                </a:spcBef>
                <a:buClrTx/>
                <a:buSzTx/>
                <a:buFontTx/>
                <a:buNone/>
              </a:pPr>
              <a:t>15</a:t>
            </a:fld>
            <a:endParaRPr lang="en-US" altLang="en-US" sz="1400"/>
          </a:p>
        </p:txBody>
      </p:sp>
      <p:sp>
        <p:nvSpPr>
          <p:cNvPr id="33799" name="Rectangle 5">
            <a:extLst>
              <a:ext uri="{FF2B5EF4-FFF2-40B4-BE49-F238E27FC236}">
                <a16:creationId xmlns:a16="http://schemas.microsoft.com/office/drawing/2014/main" id="{540EA62B-E856-4347-B6BF-534BBF51860A}"/>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33801" name="AutoShape 8">
            <a:extLst>
              <a:ext uri="{FF2B5EF4-FFF2-40B4-BE49-F238E27FC236}">
                <a16:creationId xmlns:a16="http://schemas.microsoft.com/office/drawing/2014/main" id="{91B5E909-2504-4144-BCC4-77F84CAE639B}"/>
              </a:ext>
            </a:extLst>
          </p:cNvPr>
          <p:cNvSpPr>
            <a:spLocks noChangeArrowheads="1"/>
          </p:cNvSpPr>
          <p:nvPr/>
        </p:nvSpPr>
        <p:spPr bwMode="auto">
          <a:xfrm>
            <a:off x="5472113" y="2528888"/>
            <a:ext cx="3533775" cy="384175"/>
          </a:xfrm>
          <a:prstGeom prst="wedgeRoundRectCallout">
            <a:avLst>
              <a:gd name="adj1" fmla="val -102157"/>
              <a:gd name="adj2" fmla="val 63222"/>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Executes factorial(3)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2" name="Object 7" descr="Diagram showing how the recursive factorial method would work">
            <a:extLst>
              <a:ext uri="{FF2B5EF4-FFF2-40B4-BE49-F238E27FC236}">
                <a16:creationId xmlns:a16="http://schemas.microsoft.com/office/drawing/2014/main" id="{5002642B-4261-467D-B955-EB079A044A81}"/>
              </a:ext>
            </a:extLst>
          </p:cNvPr>
          <p:cNvGraphicFramePr>
            <a:graphicFrameLocks noChangeAspect="1"/>
          </p:cNvGraphicFramePr>
          <p:nvPr>
            <p:extLst>
              <p:ext uri="{D42A27DB-BD31-4B8C-83A1-F6EECF244321}">
                <p14:modId xmlns:p14="http://schemas.microsoft.com/office/powerpoint/2010/main" val="3950542935"/>
              </p:ext>
            </p:extLst>
          </p:nvPr>
        </p:nvGraphicFramePr>
        <p:xfrm>
          <a:off x="152400" y="1828800"/>
          <a:ext cx="6705600" cy="4329113"/>
        </p:xfrm>
        <a:graphic>
          <a:graphicData uri="http://schemas.openxmlformats.org/presentationml/2006/ole">
            <mc:AlternateContent xmlns:mc="http://schemas.openxmlformats.org/markup-compatibility/2006">
              <mc:Choice xmlns:v="urn:schemas-microsoft-com:vml" Requires="v">
                <p:oleObj name="Picture" r:id="rId3" imgW="3660648" imgH="2360676" progId="Word.Picture.8">
                  <p:embed/>
                </p:oleObj>
              </mc:Choice>
              <mc:Fallback>
                <p:oleObj name="Picture" r:id="rId3" imgW="3660648" imgH="2360676"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828800"/>
                        <a:ext cx="6705600" cy="432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6" name="Rectangle 2">
            <a:extLst>
              <a:ext uri="{FF2B5EF4-FFF2-40B4-BE49-F238E27FC236}">
                <a16:creationId xmlns:a16="http://schemas.microsoft.com/office/drawing/2014/main" id="{F2A76A2A-CD76-42A1-B87F-AF5820A0B62D}"/>
              </a:ext>
            </a:extLst>
          </p:cNvPr>
          <p:cNvSpPr>
            <a:spLocks noGrp="1" noChangeArrowheads="1"/>
          </p:cNvSpPr>
          <p:nvPr>
            <p:ph type="title"/>
          </p:nvPr>
        </p:nvSpPr>
        <p:spPr>
          <a:xfrm>
            <a:off x="685800" y="285750"/>
            <a:ext cx="7772400" cy="781050"/>
          </a:xfrm>
        </p:spPr>
        <p:txBody>
          <a:bodyPr/>
          <a:lstStyle/>
          <a:p>
            <a:r>
              <a:rPr lang="en-US" altLang="en-US" sz="4000"/>
              <a:t>Trace Recursive factorial</a:t>
            </a:r>
          </a:p>
        </p:txBody>
      </p:sp>
      <p:graphicFrame>
        <p:nvGraphicFramePr>
          <p:cNvPr id="35856" name="Content Placeholder 2">
            <a:extLst>
              <a:ext uri="{FF2B5EF4-FFF2-40B4-BE49-F238E27FC236}">
                <a16:creationId xmlns:a16="http://schemas.microsoft.com/office/drawing/2014/main" id="{147BED1C-D17C-4BCA-B06E-0E52874140E7}"/>
              </a:ext>
              <a:ext uri="{C183D7F6-B498-43B3-948B-1728B52AA6E4}">
                <adec:decorative xmlns:adec="http://schemas.microsoft.com/office/drawing/2017/decorative" val="1"/>
              </a:ext>
            </a:extLst>
          </p:cNvPr>
          <p:cNvGraphicFramePr>
            <a:graphicFrameLocks noGrp="1" noChangeAspect="1"/>
          </p:cNvGraphicFramePr>
          <p:nvPr>
            <p:ph idx="1"/>
            <p:extLst>
              <p:ext uri="{D42A27DB-BD31-4B8C-83A1-F6EECF244321}">
                <p14:modId xmlns:p14="http://schemas.microsoft.com/office/powerpoint/2010/main" val="2063869101"/>
              </p:ext>
            </p:extLst>
          </p:nvPr>
        </p:nvGraphicFramePr>
        <p:xfrm>
          <a:off x="4037013" y="2609850"/>
          <a:ext cx="1068387" cy="2208213"/>
        </p:xfrm>
        <a:graphic>
          <a:graphicData uri="http://schemas.openxmlformats.org/presentationml/2006/ole">
            <mc:AlternateContent xmlns:mc="http://schemas.openxmlformats.org/markup-compatibility/2006">
              <mc:Choice xmlns:v="urn:schemas-microsoft-com:vml" Requires="v">
                <p:oleObj name="Picture" r:id="rId5" imgW="1068324" imgH="2208276" progId="Word.Picture.8">
                  <p:embed/>
                </p:oleObj>
              </mc:Choice>
              <mc:Fallback>
                <p:oleObj name="Picture" r:id="rId5" imgW="1068324" imgH="2208276" progId="Word.Picture.8">
                  <p:embed/>
                  <p:pic>
                    <p:nvPicPr>
                      <p:cNvPr id="0" name="Content Placeholder 2"/>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7013" y="2609850"/>
                        <a:ext cx="1068387" cy="2208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5845" name="Slide Number Placeholder 4">
            <a:extLst>
              <a:ext uri="{FF2B5EF4-FFF2-40B4-BE49-F238E27FC236}">
                <a16:creationId xmlns:a16="http://schemas.microsoft.com/office/drawing/2014/main" id="{7FF13DBE-DBF0-496D-B559-EE3F29459AB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16C58B7-8455-424B-A9AE-EF77B50EAED5}" type="slidenum">
              <a:rPr lang="en-US" altLang="en-US" sz="1400"/>
              <a:pPr>
                <a:spcBef>
                  <a:spcPct val="0"/>
                </a:spcBef>
                <a:buClrTx/>
                <a:buSzTx/>
                <a:buFontTx/>
                <a:buNone/>
              </a:pPr>
              <a:t>16</a:t>
            </a:fld>
            <a:endParaRPr lang="en-US" altLang="en-US" sz="1400"/>
          </a:p>
        </p:txBody>
      </p:sp>
      <p:sp>
        <p:nvSpPr>
          <p:cNvPr id="35849" name="Rectangle 5">
            <a:extLst>
              <a:ext uri="{FF2B5EF4-FFF2-40B4-BE49-F238E27FC236}">
                <a16:creationId xmlns:a16="http://schemas.microsoft.com/office/drawing/2014/main" id="{55DE1460-14D9-4E17-BC7E-E0990897F004}"/>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35851" name="AutoShape 8">
            <a:extLst>
              <a:ext uri="{FF2B5EF4-FFF2-40B4-BE49-F238E27FC236}">
                <a16:creationId xmlns:a16="http://schemas.microsoft.com/office/drawing/2014/main" id="{4B6EF46A-700E-4920-B2D7-8C1C31613E42}"/>
              </a:ext>
            </a:extLst>
          </p:cNvPr>
          <p:cNvSpPr>
            <a:spLocks noChangeArrowheads="1"/>
          </p:cNvSpPr>
          <p:nvPr/>
        </p:nvSpPr>
        <p:spPr bwMode="auto">
          <a:xfrm>
            <a:off x="5364163" y="2024063"/>
            <a:ext cx="3533775" cy="384175"/>
          </a:xfrm>
          <a:prstGeom prst="wedgeRoundRectCallout">
            <a:avLst>
              <a:gd name="adj1" fmla="val -91241"/>
              <a:gd name="adj2" fmla="val 349588"/>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Executes factorial(2)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1" name="Object 7" descr="Diagram showing how the recursive factorial method would work">
            <a:extLst>
              <a:ext uri="{FF2B5EF4-FFF2-40B4-BE49-F238E27FC236}">
                <a16:creationId xmlns:a16="http://schemas.microsoft.com/office/drawing/2014/main" id="{0DF4CB12-22D8-419C-BD7E-D929FCF3BBF7}"/>
              </a:ext>
            </a:extLst>
          </p:cNvPr>
          <p:cNvGraphicFramePr>
            <a:graphicFrameLocks noChangeAspect="1"/>
          </p:cNvGraphicFramePr>
          <p:nvPr>
            <p:extLst>
              <p:ext uri="{D42A27DB-BD31-4B8C-83A1-F6EECF244321}">
                <p14:modId xmlns:p14="http://schemas.microsoft.com/office/powerpoint/2010/main" val="2395892757"/>
              </p:ext>
            </p:extLst>
          </p:nvPr>
        </p:nvGraphicFramePr>
        <p:xfrm>
          <a:off x="152400" y="1828800"/>
          <a:ext cx="6705600" cy="4329113"/>
        </p:xfrm>
        <a:graphic>
          <a:graphicData uri="http://schemas.openxmlformats.org/presentationml/2006/ole">
            <mc:AlternateContent xmlns:mc="http://schemas.openxmlformats.org/markup-compatibility/2006">
              <mc:Choice xmlns:v="urn:schemas-microsoft-com:vml" Requires="v">
                <p:oleObj name="Picture" r:id="rId3" imgW="3660648" imgH="2360676" progId="Word.Picture.8">
                  <p:embed/>
                </p:oleObj>
              </mc:Choice>
              <mc:Fallback>
                <p:oleObj name="Picture" r:id="rId3" imgW="3660648" imgH="2360676"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828800"/>
                        <a:ext cx="6705600" cy="432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94" name="Rectangle 2">
            <a:extLst>
              <a:ext uri="{FF2B5EF4-FFF2-40B4-BE49-F238E27FC236}">
                <a16:creationId xmlns:a16="http://schemas.microsoft.com/office/drawing/2014/main" id="{AA129C89-3ABD-4F0F-8D58-64A092E316BA}"/>
              </a:ext>
            </a:extLst>
          </p:cNvPr>
          <p:cNvSpPr>
            <a:spLocks noGrp="1" noChangeArrowheads="1"/>
          </p:cNvSpPr>
          <p:nvPr>
            <p:ph type="title"/>
          </p:nvPr>
        </p:nvSpPr>
        <p:spPr>
          <a:xfrm>
            <a:off x="685800" y="285750"/>
            <a:ext cx="7772400" cy="781050"/>
          </a:xfrm>
        </p:spPr>
        <p:txBody>
          <a:bodyPr/>
          <a:lstStyle/>
          <a:p>
            <a:r>
              <a:rPr lang="en-US" altLang="en-US" sz="4000"/>
              <a:t>Trace Recursive factorial</a:t>
            </a:r>
          </a:p>
        </p:txBody>
      </p:sp>
      <p:sp>
        <p:nvSpPr>
          <p:cNvPr id="37893" name="Slide Number Placeholder 4">
            <a:extLst>
              <a:ext uri="{FF2B5EF4-FFF2-40B4-BE49-F238E27FC236}">
                <a16:creationId xmlns:a16="http://schemas.microsoft.com/office/drawing/2014/main" id="{CC93B288-6B90-4513-924E-8AA4B4133D7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E6FF73B-562B-4DAB-B311-532CB1104B1C}" type="slidenum">
              <a:rPr lang="en-US" altLang="en-US" sz="1400"/>
              <a:pPr>
                <a:spcBef>
                  <a:spcPct val="0"/>
                </a:spcBef>
                <a:buClrTx/>
                <a:buSzTx/>
                <a:buFontTx/>
                <a:buNone/>
              </a:pPr>
              <a:t>17</a:t>
            </a:fld>
            <a:endParaRPr lang="en-US" altLang="en-US" sz="1400"/>
          </a:p>
        </p:txBody>
      </p:sp>
      <p:sp>
        <p:nvSpPr>
          <p:cNvPr id="37897" name="Rectangle 5">
            <a:extLst>
              <a:ext uri="{FF2B5EF4-FFF2-40B4-BE49-F238E27FC236}">
                <a16:creationId xmlns:a16="http://schemas.microsoft.com/office/drawing/2014/main" id="{C6742137-B116-4263-95D8-D7C8866D37BA}"/>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37899" name="AutoShape 8">
            <a:extLst>
              <a:ext uri="{FF2B5EF4-FFF2-40B4-BE49-F238E27FC236}">
                <a16:creationId xmlns:a16="http://schemas.microsoft.com/office/drawing/2014/main" id="{BC504117-648B-49B6-AFA4-BB1F9CDF30D4}"/>
              </a:ext>
            </a:extLst>
          </p:cNvPr>
          <p:cNvSpPr>
            <a:spLocks noChangeArrowheads="1"/>
          </p:cNvSpPr>
          <p:nvPr/>
        </p:nvSpPr>
        <p:spPr bwMode="auto">
          <a:xfrm>
            <a:off x="5364163" y="2024063"/>
            <a:ext cx="3533775" cy="384175"/>
          </a:xfrm>
          <a:prstGeom prst="wedgeRoundRectCallout">
            <a:avLst>
              <a:gd name="adj1" fmla="val -80819"/>
              <a:gd name="adj2" fmla="val 562398"/>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Executes factorial(1)</a:t>
            </a:r>
          </a:p>
        </p:txBody>
      </p:sp>
      <p:graphicFrame>
        <p:nvGraphicFramePr>
          <p:cNvPr id="37907" name="Object 2">
            <a:extLst>
              <a:ext uri="{FF2B5EF4-FFF2-40B4-BE49-F238E27FC236}">
                <a16:creationId xmlns:a16="http://schemas.microsoft.com/office/drawing/2014/main" id="{148E1F4A-CF3E-4541-808E-E842FF37530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360073257"/>
              </p:ext>
            </p:extLst>
          </p:nvPr>
        </p:nvGraphicFramePr>
        <p:xfrm>
          <a:off x="7510463" y="3810000"/>
          <a:ext cx="1139825" cy="2362200"/>
        </p:xfrm>
        <a:graphic>
          <a:graphicData uri="http://schemas.openxmlformats.org/presentationml/2006/ole">
            <mc:AlternateContent xmlns:mc="http://schemas.openxmlformats.org/markup-compatibility/2006">
              <mc:Choice xmlns:v="urn:schemas-microsoft-com:vml" Requires="v">
                <p:oleObj name="Picture" r:id="rId5" imgW="1068324" imgH="2208276" progId="Word.Picture.8">
                  <p:embed/>
                </p:oleObj>
              </mc:Choice>
              <mc:Fallback>
                <p:oleObj name="Picture" r:id="rId5" imgW="1068324" imgH="2208276" progId="Word.Picture.8">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10463" y="3810000"/>
                        <a:ext cx="1139825"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8" name="Object 7" descr="Diagram showing how the recursive factorial method would work">
            <a:extLst>
              <a:ext uri="{FF2B5EF4-FFF2-40B4-BE49-F238E27FC236}">
                <a16:creationId xmlns:a16="http://schemas.microsoft.com/office/drawing/2014/main" id="{E8C84D32-DA88-45EB-85BB-86BE62D47983}"/>
              </a:ext>
            </a:extLst>
          </p:cNvPr>
          <p:cNvGraphicFramePr>
            <a:graphicFrameLocks noChangeAspect="1"/>
          </p:cNvGraphicFramePr>
          <p:nvPr>
            <p:extLst>
              <p:ext uri="{D42A27DB-BD31-4B8C-83A1-F6EECF244321}">
                <p14:modId xmlns:p14="http://schemas.microsoft.com/office/powerpoint/2010/main" val="2888687132"/>
              </p:ext>
            </p:extLst>
          </p:nvPr>
        </p:nvGraphicFramePr>
        <p:xfrm>
          <a:off x="152400" y="1828800"/>
          <a:ext cx="6705600" cy="4329113"/>
        </p:xfrm>
        <a:graphic>
          <a:graphicData uri="http://schemas.openxmlformats.org/presentationml/2006/ole">
            <mc:AlternateContent xmlns:mc="http://schemas.openxmlformats.org/markup-compatibility/2006">
              <mc:Choice xmlns:v="urn:schemas-microsoft-com:vml" Requires="v">
                <p:oleObj name="Picture" r:id="rId3" imgW="3660648" imgH="2360676" progId="Word.Picture.8">
                  <p:embed/>
                </p:oleObj>
              </mc:Choice>
              <mc:Fallback>
                <p:oleObj name="Picture" r:id="rId3" imgW="3660648" imgH="2360676"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828800"/>
                        <a:ext cx="6705600" cy="432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40" name="Rectangle 2">
            <a:extLst>
              <a:ext uri="{FF2B5EF4-FFF2-40B4-BE49-F238E27FC236}">
                <a16:creationId xmlns:a16="http://schemas.microsoft.com/office/drawing/2014/main" id="{1B208128-CF69-4073-978C-2A6234CF15FD}"/>
              </a:ext>
            </a:extLst>
          </p:cNvPr>
          <p:cNvSpPr>
            <a:spLocks noGrp="1" noChangeArrowheads="1"/>
          </p:cNvSpPr>
          <p:nvPr>
            <p:ph type="title"/>
          </p:nvPr>
        </p:nvSpPr>
        <p:spPr>
          <a:xfrm>
            <a:off x="685800" y="285750"/>
            <a:ext cx="7772400" cy="781050"/>
          </a:xfrm>
        </p:spPr>
        <p:txBody>
          <a:bodyPr/>
          <a:lstStyle/>
          <a:p>
            <a:r>
              <a:rPr lang="en-US" altLang="en-US" sz="4000"/>
              <a:t>Trace Recursive factorial</a:t>
            </a:r>
          </a:p>
        </p:txBody>
      </p:sp>
      <p:sp>
        <p:nvSpPr>
          <p:cNvPr id="39939" name="Slide Number Placeholder 4">
            <a:extLst>
              <a:ext uri="{FF2B5EF4-FFF2-40B4-BE49-F238E27FC236}">
                <a16:creationId xmlns:a16="http://schemas.microsoft.com/office/drawing/2014/main" id="{94891DB9-407B-40BD-A5A9-CFC08D10B21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5431470-07A1-4E69-BAB1-259597BED631}" type="slidenum">
              <a:rPr lang="en-US" altLang="en-US" sz="1400"/>
              <a:pPr>
                <a:spcBef>
                  <a:spcPct val="0"/>
                </a:spcBef>
                <a:buClrTx/>
                <a:buSzTx/>
                <a:buFontTx/>
                <a:buNone/>
              </a:pPr>
              <a:t>18</a:t>
            </a:fld>
            <a:endParaRPr lang="en-US" altLang="en-US" sz="1400"/>
          </a:p>
        </p:txBody>
      </p:sp>
      <p:sp>
        <p:nvSpPr>
          <p:cNvPr id="39943" name="Rectangle 5">
            <a:extLst>
              <a:ext uri="{FF2B5EF4-FFF2-40B4-BE49-F238E27FC236}">
                <a16:creationId xmlns:a16="http://schemas.microsoft.com/office/drawing/2014/main" id="{7F895F85-F488-4224-925F-11B8D59C3138}"/>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39945" name="AutoShape 8">
            <a:extLst>
              <a:ext uri="{FF2B5EF4-FFF2-40B4-BE49-F238E27FC236}">
                <a16:creationId xmlns:a16="http://schemas.microsoft.com/office/drawing/2014/main" id="{B787AC76-2C9D-4CD7-9643-4299DDBD66C4}"/>
              </a:ext>
            </a:extLst>
          </p:cNvPr>
          <p:cNvSpPr>
            <a:spLocks noChangeArrowheads="1"/>
          </p:cNvSpPr>
          <p:nvPr/>
        </p:nvSpPr>
        <p:spPr bwMode="auto">
          <a:xfrm>
            <a:off x="5364163" y="2024063"/>
            <a:ext cx="3533775" cy="384175"/>
          </a:xfrm>
          <a:prstGeom prst="wedgeRoundRectCallout">
            <a:avLst>
              <a:gd name="adj1" fmla="val -67880"/>
              <a:gd name="adj2" fmla="val 730579"/>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Executes factorial(0)</a:t>
            </a:r>
          </a:p>
        </p:txBody>
      </p:sp>
      <p:graphicFrame>
        <p:nvGraphicFramePr>
          <p:cNvPr id="39956" name="Object 2">
            <a:extLst>
              <a:ext uri="{FF2B5EF4-FFF2-40B4-BE49-F238E27FC236}">
                <a16:creationId xmlns:a16="http://schemas.microsoft.com/office/drawing/2014/main" id="{C49EBF0B-169A-410F-A107-B84DC8DDC3E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319720024"/>
              </p:ext>
            </p:extLst>
          </p:nvPr>
        </p:nvGraphicFramePr>
        <p:xfrm>
          <a:off x="7510463" y="3810000"/>
          <a:ext cx="1139825" cy="2362200"/>
        </p:xfrm>
        <a:graphic>
          <a:graphicData uri="http://schemas.openxmlformats.org/presentationml/2006/ole">
            <mc:AlternateContent xmlns:mc="http://schemas.openxmlformats.org/markup-compatibility/2006">
              <mc:Choice xmlns:v="urn:schemas-microsoft-com:vml" Requires="v">
                <p:oleObj name="Picture" r:id="rId5" imgW="1068324" imgH="2208276" progId="Word.Picture.8">
                  <p:embed/>
                </p:oleObj>
              </mc:Choice>
              <mc:Fallback>
                <p:oleObj name="Picture" r:id="rId5" imgW="1068324" imgH="2208276" progId="Word.Picture.8">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10463" y="3810000"/>
                        <a:ext cx="1139825"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86" name="Object 7" descr="Diagram showing how the recursive factorial method would work">
            <a:extLst>
              <a:ext uri="{FF2B5EF4-FFF2-40B4-BE49-F238E27FC236}">
                <a16:creationId xmlns:a16="http://schemas.microsoft.com/office/drawing/2014/main" id="{31D49B52-8518-49C3-AD9A-38CD130C571C}"/>
              </a:ext>
            </a:extLst>
          </p:cNvPr>
          <p:cNvGraphicFramePr>
            <a:graphicFrameLocks noChangeAspect="1"/>
          </p:cNvGraphicFramePr>
          <p:nvPr>
            <p:extLst>
              <p:ext uri="{D42A27DB-BD31-4B8C-83A1-F6EECF244321}">
                <p14:modId xmlns:p14="http://schemas.microsoft.com/office/powerpoint/2010/main" val="3344269306"/>
              </p:ext>
            </p:extLst>
          </p:nvPr>
        </p:nvGraphicFramePr>
        <p:xfrm>
          <a:off x="107950" y="1811338"/>
          <a:ext cx="6705600" cy="4329112"/>
        </p:xfrm>
        <a:graphic>
          <a:graphicData uri="http://schemas.openxmlformats.org/presentationml/2006/ole">
            <mc:AlternateContent xmlns:mc="http://schemas.openxmlformats.org/markup-compatibility/2006">
              <mc:Choice xmlns:v="urn:schemas-microsoft-com:vml" Requires="v">
                <p:oleObj name="Picture" r:id="rId3" imgW="3660648" imgH="2360676" progId="Word.Picture.8">
                  <p:embed/>
                </p:oleObj>
              </mc:Choice>
              <mc:Fallback>
                <p:oleObj name="Picture" r:id="rId3" imgW="3660648" imgH="2360676"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1811338"/>
                        <a:ext cx="6705600" cy="432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88" name="Rectangle 2">
            <a:extLst>
              <a:ext uri="{FF2B5EF4-FFF2-40B4-BE49-F238E27FC236}">
                <a16:creationId xmlns:a16="http://schemas.microsoft.com/office/drawing/2014/main" id="{5A5C11E6-E6F2-4A48-BA26-1949F255CF2E}"/>
              </a:ext>
            </a:extLst>
          </p:cNvPr>
          <p:cNvSpPr>
            <a:spLocks noGrp="1" noChangeArrowheads="1"/>
          </p:cNvSpPr>
          <p:nvPr>
            <p:ph type="title"/>
          </p:nvPr>
        </p:nvSpPr>
        <p:spPr>
          <a:xfrm>
            <a:off x="685800" y="285750"/>
            <a:ext cx="7772400" cy="781050"/>
          </a:xfrm>
        </p:spPr>
        <p:txBody>
          <a:bodyPr/>
          <a:lstStyle/>
          <a:p>
            <a:r>
              <a:rPr lang="en-US" altLang="en-US" sz="4000"/>
              <a:t>Trace Recursive factorial</a:t>
            </a:r>
          </a:p>
        </p:txBody>
      </p:sp>
      <p:graphicFrame>
        <p:nvGraphicFramePr>
          <p:cNvPr id="41994" name="Object 9">
            <a:extLst>
              <a:ext uri="{FF2B5EF4-FFF2-40B4-BE49-F238E27FC236}">
                <a16:creationId xmlns:a16="http://schemas.microsoft.com/office/drawing/2014/main" id="{7B220AD1-D94F-49D6-B4A1-147CF05124F5}"/>
              </a:ext>
              <a:ext uri="{C183D7F6-B498-43B3-948B-1728B52AA6E4}">
                <adec:decorative xmlns:adec="http://schemas.microsoft.com/office/drawing/2017/decorative" val="1"/>
              </a:ext>
            </a:extLst>
          </p:cNvPr>
          <p:cNvGraphicFramePr>
            <a:graphicFrameLocks noGrp="1" noChangeAspect="1"/>
          </p:cNvGraphicFramePr>
          <p:nvPr>
            <p:ph idx="1"/>
            <p:extLst>
              <p:ext uri="{D42A27DB-BD31-4B8C-83A1-F6EECF244321}">
                <p14:modId xmlns:p14="http://schemas.microsoft.com/office/powerpoint/2010/main" val="204174170"/>
              </p:ext>
            </p:extLst>
          </p:nvPr>
        </p:nvGraphicFramePr>
        <p:xfrm>
          <a:off x="4037013" y="2609850"/>
          <a:ext cx="1068387" cy="2208213"/>
        </p:xfrm>
        <a:graphic>
          <a:graphicData uri="http://schemas.openxmlformats.org/presentationml/2006/ole">
            <mc:AlternateContent xmlns:mc="http://schemas.openxmlformats.org/markup-compatibility/2006">
              <mc:Choice xmlns:v="urn:schemas-microsoft-com:vml" Requires="v">
                <p:oleObj name="Picture" r:id="rId5" imgW="1068324" imgH="2208276" progId="Word.Picture.8">
                  <p:embed/>
                </p:oleObj>
              </mc:Choice>
              <mc:Fallback>
                <p:oleObj name="Picture" r:id="rId5" imgW="1068324" imgH="2208276" progId="Word.Picture.8">
                  <p:embed/>
                  <p:pic>
                    <p:nvPicPr>
                      <p:cNvPr id="0" name="Object 9"/>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7013" y="2609850"/>
                        <a:ext cx="1068387" cy="2208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1987" name="Slide Number Placeholder 4">
            <a:extLst>
              <a:ext uri="{FF2B5EF4-FFF2-40B4-BE49-F238E27FC236}">
                <a16:creationId xmlns:a16="http://schemas.microsoft.com/office/drawing/2014/main" id="{FCF8781D-B362-410A-AD83-967D72577A9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5207522-4C71-434F-B5A2-79C7940966DD}" type="slidenum">
              <a:rPr lang="en-US" altLang="en-US" sz="1400"/>
              <a:pPr>
                <a:spcBef>
                  <a:spcPct val="0"/>
                </a:spcBef>
                <a:buClrTx/>
                <a:buSzTx/>
                <a:buFontTx/>
                <a:buNone/>
              </a:pPr>
              <a:t>19</a:t>
            </a:fld>
            <a:endParaRPr lang="en-US" altLang="en-US" sz="1400"/>
          </a:p>
        </p:txBody>
      </p:sp>
      <p:sp>
        <p:nvSpPr>
          <p:cNvPr id="41991" name="Rectangle 5">
            <a:extLst>
              <a:ext uri="{FF2B5EF4-FFF2-40B4-BE49-F238E27FC236}">
                <a16:creationId xmlns:a16="http://schemas.microsoft.com/office/drawing/2014/main" id="{85F3795B-3393-49B8-9FFF-46B49B4ABFCF}"/>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41993" name="AutoShape 8">
            <a:extLst>
              <a:ext uri="{FF2B5EF4-FFF2-40B4-BE49-F238E27FC236}">
                <a16:creationId xmlns:a16="http://schemas.microsoft.com/office/drawing/2014/main" id="{E758F0ED-5200-41CB-B0A0-16C6971197E9}"/>
              </a:ext>
            </a:extLst>
          </p:cNvPr>
          <p:cNvSpPr>
            <a:spLocks noChangeArrowheads="1"/>
          </p:cNvSpPr>
          <p:nvPr/>
        </p:nvSpPr>
        <p:spPr bwMode="auto">
          <a:xfrm>
            <a:off x="5364163" y="2024063"/>
            <a:ext cx="3533775" cy="384175"/>
          </a:xfrm>
          <a:prstGeom prst="wedgeRoundRectCallout">
            <a:avLst>
              <a:gd name="adj1" fmla="val -66755"/>
              <a:gd name="adj2" fmla="val 900412"/>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returns 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4" name="Object 7" descr="Diagram showing how the recursive factorial method would work">
            <a:extLst>
              <a:ext uri="{FF2B5EF4-FFF2-40B4-BE49-F238E27FC236}">
                <a16:creationId xmlns:a16="http://schemas.microsoft.com/office/drawing/2014/main" id="{1FCCFBDE-28DF-4057-97B8-8C6B592F623C}"/>
              </a:ext>
            </a:extLst>
          </p:cNvPr>
          <p:cNvGraphicFramePr>
            <a:graphicFrameLocks noChangeAspect="1"/>
          </p:cNvGraphicFramePr>
          <p:nvPr>
            <p:extLst>
              <p:ext uri="{D42A27DB-BD31-4B8C-83A1-F6EECF244321}">
                <p14:modId xmlns:p14="http://schemas.microsoft.com/office/powerpoint/2010/main" val="3480166080"/>
              </p:ext>
            </p:extLst>
          </p:nvPr>
        </p:nvGraphicFramePr>
        <p:xfrm>
          <a:off x="107950" y="1811338"/>
          <a:ext cx="6705600" cy="4329112"/>
        </p:xfrm>
        <a:graphic>
          <a:graphicData uri="http://schemas.openxmlformats.org/presentationml/2006/ole">
            <mc:AlternateContent xmlns:mc="http://schemas.openxmlformats.org/markup-compatibility/2006">
              <mc:Choice xmlns:v="urn:schemas-microsoft-com:vml" Requires="v">
                <p:oleObj name="Picture" r:id="rId3" imgW="3660648" imgH="2360676" progId="Word.Picture.8">
                  <p:embed/>
                </p:oleObj>
              </mc:Choice>
              <mc:Fallback>
                <p:oleObj name="Picture" r:id="rId3" imgW="3660648" imgH="2360676"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1811338"/>
                        <a:ext cx="6705600" cy="432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36" name="Rectangle 2">
            <a:extLst>
              <a:ext uri="{FF2B5EF4-FFF2-40B4-BE49-F238E27FC236}">
                <a16:creationId xmlns:a16="http://schemas.microsoft.com/office/drawing/2014/main" id="{1BDC22DF-EB27-4360-A8F4-AB22D1B2A7DA}"/>
              </a:ext>
            </a:extLst>
          </p:cNvPr>
          <p:cNvSpPr>
            <a:spLocks noGrp="1" noChangeArrowheads="1"/>
          </p:cNvSpPr>
          <p:nvPr>
            <p:ph type="title"/>
          </p:nvPr>
        </p:nvSpPr>
        <p:spPr>
          <a:xfrm>
            <a:off x="685800" y="285750"/>
            <a:ext cx="7772400" cy="781050"/>
          </a:xfrm>
        </p:spPr>
        <p:txBody>
          <a:bodyPr/>
          <a:lstStyle/>
          <a:p>
            <a:r>
              <a:rPr lang="en-US" altLang="en-US" sz="4000"/>
              <a:t>Trace Recursive factorial</a:t>
            </a:r>
          </a:p>
        </p:txBody>
      </p:sp>
      <p:sp>
        <p:nvSpPr>
          <p:cNvPr id="44035" name="Slide Number Placeholder 4">
            <a:extLst>
              <a:ext uri="{FF2B5EF4-FFF2-40B4-BE49-F238E27FC236}">
                <a16:creationId xmlns:a16="http://schemas.microsoft.com/office/drawing/2014/main" id="{73D1E8EB-F25D-4EBA-9A71-2CB6E2F572E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41348D7-CBBF-494D-AFC1-84B33D48EFA0}" type="slidenum">
              <a:rPr lang="en-US" altLang="en-US" sz="1400"/>
              <a:pPr>
                <a:spcBef>
                  <a:spcPct val="0"/>
                </a:spcBef>
                <a:buClrTx/>
                <a:buSzTx/>
                <a:buFontTx/>
                <a:buNone/>
              </a:pPr>
              <a:t>20</a:t>
            </a:fld>
            <a:endParaRPr lang="en-US" altLang="en-US" sz="1400"/>
          </a:p>
        </p:txBody>
      </p:sp>
      <p:sp>
        <p:nvSpPr>
          <p:cNvPr id="44039" name="Rectangle 5">
            <a:extLst>
              <a:ext uri="{FF2B5EF4-FFF2-40B4-BE49-F238E27FC236}">
                <a16:creationId xmlns:a16="http://schemas.microsoft.com/office/drawing/2014/main" id="{C48688C5-4223-462C-84A1-AD4832A21ED2}"/>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44041" name="AutoShape 8">
            <a:extLst>
              <a:ext uri="{FF2B5EF4-FFF2-40B4-BE49-F238E27FC236}">
                <a16:creationId xmlns:a16="http://schemas.microsoft.com/office/drawing/2014/main" id="{7DEBA0CE-B8B7-4A9A-B08B-52E2EBD342C8}"/>
              </a:ext>
            </a:extLst>
          </p:cNvPr>
          <p:cNvSpPr>
            <a:spLocks noChangeArrowheads="1"/>
          </p:cNvSpPr>
          <p:nvPr/>
        </p:nvSpPr>
        <p:spPr bwMode="auto">
          <a:xfrm>
            <a:off x="5364163" y="2024063"/>
            <a:ext cx="3533775" cy="384175"/>
          </a:xfrm>
          <a:prstGeom prst="wedgeRoundRectCallout">
            <a:avLst>
              <a:gd name="adj1" fmla="val -105856"/>
              <a:gd name="adj2" fmla="val 839588"/>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returns factorial(0)</a:t>
            </a:r>
          </a:p>
        </p:txBody>
      </p:sp>
      <p:graphicFrame>
        <p:nvGraphicFramePr>
          <p:cNvPr id="44051" name="Object 2">
            <a:extLst>
              <a:ext uri="{FF2B5EF4-FFF2-40B4-BE49-F238E27FC236}">
                <a16:creationId xmlns:a16="http://schemas.microsoft.com/office/drawing/2014/main" id="{E4385E1A-B09F-4040-9673-0D849549BD9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236802840"/>
              </p:ext>
            </p:extLst>
          </p:nvPr>
        </p:nvGraphicFramePr>
        <p:xfrm>
          <a:off x="7510463" y="3810000"/>
          <a:ext cx="1139825" cy="2362200"/>
        </p:xfrm>
        <a:graphic>
          <a:graphicData uri="http://schemas.openxmlformats.org/presentationml/2006/ole">
            <mc:AlternateContent xmlns:mc="http://schemas.openxmlformats.org/markup-compatibility/2006">
              <mc:Choice xmlns:v="urn:schemas-microsoft-com:vml" Requires="v">
                <p:oleObj name="Picture" r:id="rId5" imgW="1068324" imgH="2208276" progId="Word.Picture.8">
                  <p:embed/>
                </p:oleObj>
              </mc:Choice>
              <mc:Fallback>
                <p:oleObj name="Picture" r:id="rId5" imgW="1068324" imgH="2208276" progId="Word.Picture.8">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10463" y="3810000"/>
                        <a:ext cx="1139825"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82" name="Object 7" descr="Diagram showing how the recursive factorial method would work">
            <a:extLst>
              <a:ext uri="{FF2B5EF4-FFF2-40B4-BE49-F238E27FC236}">
                <a16:creationId xmlns:a16="http://schemas.microsoft.com/office/drawing/2014/main" id="{EAE09956-2DA6-4328-90AD-9F4BA53F6269}"/>
              </a:ext>
            </a:extLst>
          </p:cNvPr>
          <p:cNvGraphicFramePr>
            <a:graphicFrameLocks noChangeAspect="1"/>
          </p:cNvGraphicFramePr>
          <p:nvPr>
            <p:extLst>
              <p:ext uri="{D42A27DB-BD31-4B8C-83A1-F6EECF244321}">
                <p14:modId xmlns:p14="http://schemas.microsoft.com/office/powerpoint/2010/main" val="3344741225"/>
              </p:ext>
            </p:extLst>
          </p:nvPr>
        </p:nvGraphicFramePr>
        <p:xfrm>
          <a:off x="107950" y="1811338"/>
          <a:ext cx="6705600" cy="4329112"/>
        </p:xfrm>
        <a:graphic>
          <a:graphicData uri="http://schemas.openxmlformats.org/presentationml/2006/ole">
            <mc:AlternateContent xmlns:mc="http://schemas.openxmlformats.org/markup-compatibility/2006">
              <mc:Choice xmlns:v="urn:schemas-microsoft-com:vml" Requires="v">
                <p:oleObj name="Picture" r:id="rId3" imgW="3660648" imgH="2360676" progId="Word.Picture.8">
                  <p:embed/>
                </p:oleObj>
              </mc:Choice>
              <mc:Fallback>
                <p:oleObj name="Picture" r:id="rId3" imgW="3660648" imgH="2360676"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1811338"/>
                        <a:ext cx="6705600" cy="432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4" name="Rectangle 2">
            <a:extLst>
              <a:ext uri="{FF2B5EF4-FFF2-40B4-BE49-F238E27FC236}">
                <a16:creationId xmlns:a16="http://schemas.microsoft.com/office/drawing/2014/main" id="{03353E77-0E28-4725-8288-DFDF09E17B96}"/>
              </a:ext>
            </a:extLst>
          </p:cNvPr>
          <p:cNvSpPr>
            <a:spLocks noGrp="1" noChangeArrowheads="1"/>
          </p:cNvSpPr>
          <p:nvPr>
            <p:ph type="title"/>
          </p:nvPr>
        </p:nvSpPr>
        <p:spPr>
          <a:xfrm>
            <a:off x="685800" y="285750"/>
            <a:ext cx="7772400" cy="781050"/>
          </a:xfrm>
        </p:spPr>
        <p:txBody>
          <a:bodyPr/>
          <a:lstStyle/>
          <a:p>
            <a:r>
              <a:rPr lang="en-US" altLang="en-US" sz="4000"/>
              <a:t>Trace Recursive factorial</a:t>
            </a:r>
          </a:p>
        </p:txBody>
      </p:sp>
      <p:sp>
        <p:nvSpPr>
          <p:cNvPr id="46083" name="Slide Number Placeholder 4">
            <a:extLst>
              <a:ext uri="{FF2B5EF4-FFF2-40B4-BE49-F238E27FC236}">
                <a16:creationId xmlns:a16="http://schemas.microsoft.com/office/drawing/2014/main" id="{3A2073C5-2B9F-4BB5-B988-434BFF131E8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5395A86-3044-489F-AA23-813F360CFC5A}" type="slidenum">
              <a:rPr lang="en-US" altLang="en-US" sz="1400"/>
              <a:pPr>
                <a:spcBef>
                  <a:spcPct val="0"/>
                </a:spcBef>
                <a:buClrTx/>
                <a:buSzTx/>
                <a:buFontTx/>
                <a:buNone/>
              </a:pPr>
              <a:t>21</a:t>
            </a:fld>
            <a:endParaRPr lang="en-US" altLang="en-US" sz="1400"/>
          </a:p>
        </p:txBody>
      </p:sp>
      <p:sp>
        <p:nvSpPr>
          <p:cNvPr id="46087" name="Rectangle 5">
            <a:extLst>
              <a:ext uri="{FF2B5EF4-FFF2-40B4-BE49-F238E27FC236}">
                <a16:creationId xmlns:a16="http://schemas.microsoft.com/office/drawing/2014/main" id="{C10F4662-73A4-4B7D-A154-D991D210F4DD}"/>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46089" name="AutoShape 8">
            <a:extLst>
              <a:ext uri="{FF2B5EF4-FFF2-40B4-BE49-F238E27FC236}">
                <a16:creationId xmlns:a16="http://schemas.microsoft.com/office/drawing/2014/main" id="{3AA463C0-5C9D-4426-A17B-EF6111444145}"/>
              </a:ext>
            </a:extLst>
          </p:cNvPr>
          <p:cNvSpPr>
            <a:spLocks noChangeArrowheads="1"/>
          </p:cNvSpPr>
          <p:nvPr/>
        </p:nvSpPr>
        <p:spPr bwMode="auto">
          <a:xfrm>
            <a:off x="5364163" y="2024063"/>
            <a:ext cx="3533775" cy="384175"/>
          </a:xfrm>
          <a:prstGeom prst="wedgeRoundRectCallout">
            <a:avLst>
              <a:gd name="adj1" fmla="val -125407"/>
              <a:gd name="adj2" fmla="val 662398"/>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returns factorial(1)</a:t>
            </a:r>
          </a:p>
        </p:txBody>
      </p:sp>
      <p:graphicFrame>
        <p:nvGraphicFramePr>
          <p:cNvPr id="46097" name="Object 1">
            <a:extLst>
              <a:ext uri="{FF2B5EF4-FFF2-40B4-BE49-F238E27FC236}">
                <a16:creationId xmlns:a16="http://schemas.microsoft.com/office/drawing/2014/main" id="{4E6CB97D-EA22-47DC-8A69-254B67AD1F8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773292066"/>
              </p:ext>
            </p:extLst>
          </p:nvPr>
        </p:nvGraphicFramePr>
        <p:xfrm>
          <a:off x="7632700" y="3984625"/>
          <a:ext cx="1139825" cy="2362200"/>
        </p:xfrm>
        <a:graphic>
          <a:graphicData uri="http://schemas.openxmlformats.org/presentationml/2006/ole">
            <mc:AlternateContent xmlns:mc="http://schemas.openxmlformats.org/markup-compatibility/2006">
              <mc:Choice xmlns:v="urn:schemas-microsoft-com:vml" Requires="v">
                <p:oleObj name="Picture" r:id="rId5" imgW="1068324" imgH="2208276" progId="Word.Picture.8">
                  <p:embed/>
                </p:oleObj>
              </mc:Choice>
              <mc:Fallback>
                <p:oleObj name="Picture" r:id="rId5" imgW="1068324" imgH="2208276" progId="Word.Picture.8">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32700" y="3984625"/>
                        <a:ext cx="1139825"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30" name="Object 7" descr="Diagram showing how the recursive factorial method would work">
            <a:extLst>
              <a:ext uri="{FF2B5EF4-FFF2-40B4-BE49-F238E27FC236}">
                <a16:creationId xmlns:a16="http://schemas.microsoft.com/office/drawing/2014/main" id="{8E79A5C9-B046-4A99-B03F-D939DFAF5B8B}"/>
              </a:ext>
            </a:extLst>
          </p:cNvPr>
          <p:cNvGraphicFramePr>
            <a:graphicFrameLocks noChangeAspect="1"/>
          </p:cNvGraphicFramePr>
          <p:nvPr>
            <p:extLst>
              <p:ext uri="{D42A27DB-BD31-4B8C-83A1-F6EECF244321}">
                <p14:modId xmlns:p14="http://schemas.microsoft.com/office/powerpoint/2010/main" val="994693876"/>
              </p:ext>
            </p:extLst>
          </p:nvPr>
        </p:nvGraphicFramePr>
        <p:xfrm>
          <a:off x="107950" y="1811338"/>
          <a:ext cx="6705600" cy="4329112"/>
        </p:xfrm>
        <a:graphic>
          <a:graphicData uri="http://schemas.openxmlformats.org/presentationml/2006/ole">
            <mc:AlternateContent xmlns:mc="http://schemas.openxmlformats.org/markup-compatibility/2006">
              <mc:Choice xmlns:v="urn:schemas-microsoft-com:vml" Requires="v">
                <p:oleObj name="Picture" r:id="rId3" imgW="3660648" imgH="2360676" progId="Word.Picture.8">
                  <p:embed/>
                </p:oleObj>
              </mc:Choice>
              <mc:Fallback>
                <p:oleObj name="Picture" r:id="rId3" imgW="3660648" imgH="2360676"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1811338"/>
                        <a:ext cx="6705600" cy="432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2" name="Rectangle 2">
            <a:extLst>
              <a:ext uri="{FF2B5EF4-FFF2-40B4-BE49-F238E27FC236}">
                <a16:creationId xmlns:a16="http://schemas.microsoft.com/office/drawing/2014/main" id="{027D932A-C552-4144-BE16-54177DEC2914}"/>
              </a:ext>
            </a:extLst>
          </p:cNvPr>
          <p:cNvSpPr>
            <a:spLocks noGrp="1" noChangeArrowheads="1"/>
          </p:cNvSpPr>
          <p:nvPr>
            <p:ph type="title"/>
          </p:nvPr>
        </p:nvSpPr>
        <p:spPr>
          <a:xfrm>
            <a:off x="685800" y="285750"/>
            <a:ext cx="7772400" cy="781050"/>
          </a:xfrm>
        </p:spPr>
        <p:txBody>
          <a:bodyPr/>
          <a:lstStyle/>
          <a:p>
            <a:r>
              <a:rPr lang="en-US" altLang="en-US" sz="4000"/>
              <a:t>Trace Recursive factorial</a:t>
            </a:r>
          </a:p>
        </p:txBody>
      </p:sp>
      <p:sp>
        <p:nvSpPr>
          <p:cNvPr id="48131" name="Slide Number Placeholder 4">
            <a:extLst>
              <a:ext uri="{FF2B5EF4-FFF2-40B4-BE49-F238E27FC236}">
                <a16:creationId xmlns:a16="http://schemas.microsoft.com/office/drawing/2014/main" id="{CBA36E8E-F691-4D93-9682-47F1409D8D0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5FD3452-0E7F-45C2-B030-468BC6969104}" type="slidenum">
              <a:rPr lang="en-US" altLang="en-US" sz="1400"/>
              <a:pPr>
                <a:spcBef>
                  <a:spcPct val="0"/>
                </a:spcBef>
                <a:buClrTx/>
                <a:buSzTx/>
                <a:buFontTx/>
                <a:buNone/>
              </a:pPr>
              <a:t>22</a:t>
            </a:fld>
            <a:endParaRPr lang="en-US" altLang="en-US" sz="1400"/>
          </a:p>
        </p:txBody>
      </p:sp>
      <p:sp>
        <p:nvSpPr>
          <p:cNvPr id="48135" name="Rectangle 5">
            <a:extLst>
              <a:ext uri="{FF2B5EF4-FFF2-40B4-BE49-F238E27FC236}">
                <a16:creationId xmlns:a16="http://schemas.microsoft.com/office/drawing/2014/main" id="{39D8C5B8-8B46-45A1-BDF2-DB42979FF948}"/>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48137" name="AutoShape 8">
            <a:extLst>
              <a:ext uri="{FF2B5EF4-FFF2-40B4-BE49-F238E27FC236}">
                <a16:creationId xmlns:a16="http://schemas.microsoft.com/office/drawing/2014/main" id="{0F94D7AE-155F-4842-BBCA-74C649EAD13E}"/>
              </a:ext>
            </a:extLst>
          </p:cNvPr>
          <p:cNvSpPr>
            <a:spLocks noChangeArrowheads="1"/>
          </p:cNvSpPr>
          <p:nvPr/>
        </p:nvSpPr>
        <p:spPr bwMode="auto">
          <a:xfrm>
            <a:off x="5364163" y="2024063"/>
            <a:ext cx="3533775" cy="384175"/>
          </a:xfrm>
          <a:prstGeom prst="wedgeRoundRectCallout">
            <a:avLst>
              <a:gd name="adj1" fmla="val -137194"/>
              <a:gd name="adj2" fmla="val 474625"/>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returns factorial(2)</a:t>
            </a:r>
          </a:p>
        </p:txBody>
      </p:sp>
      <p:graphicFrame>
        <p:nvGraphicFramePr>
          <p:cNvPr id="48143" name="Object 1">
            <a:extLst>
              <a:ext uri="{FF2B5EF4-FFF2-40B4-BE49-F238E27FC236}">
                <a16:creationId xmlns:a16="http://schemas.microsoft.com/office/drawing/2014/main" id="{74FFCDA8-43E2-46EB-9EC5-BB64588EDC2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393909400"/>
              </p:ext>
            </p:extLst>
          </p:nvPr>
        </p:nvGraphicFramePr>
        <p:xfrm>
          <a:off x="7416800" y="3933825"/>
          <a:ext cx="1139825" cy="2362200"/>
        </p:xfrm>
        <a:graphic>
          <a:graphicData uri="http://schemas.openxmlformats.org/presentationml/2006/ole">
            <mc:AlternateContent xmlns:mc="http://schemas.openxmlformats.org/markup-compatibility/2006">
              <mc:Choice xmlns:v="urn:schemas-microsoft-com:vml" Requires="v">
                <p:oleObj name="Picture" r:id="rId5" imgW="1068324" imgH="2208276" progId="Word.Picture.8">
                  <p:embed/>
                </p:oleObj>
              </mc:Choice>
              <mc:Fallback>
                <p:oleObj name="Picture" r:id="rId5" imgW="1068324" imgH="2208276" progId="Word.Picture.8">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16800" y="3933825"/>
                        <a:ext cx="1139825"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178" name="Object 7" descr="Diagram showing how the recursive factorial method would work">
            <a:extLst>
              <a:ext uri="{FF2B5EF4-FFF2-40B4-BE49-F238E27FC236}">
                <a16:creationId xmlns:a16="http://schemas.microsoft.com/office/drawing/2014/main" id="{B9AA7695-3E2B-4977-A1C0-62A3C55D837C}"/>
              </a:ext>
            </a:extLst>
          </p:cNvPr>
          <p:cNvGraphicFramePr>
            <a:graphicFrameLocks noChangeAspect="1"/>
          </p:cNvGraphicFramePr>
          <p:nvPr>
            <p:extLst>
              <p:ext uri="{D42A27DB-BD31-4B8C-83A1-F6EECF244321}">
                <p14:modId xmlns:p14="http://schemas.microsoft.com/office/powerpoint/2010/main" val="560239003"/>
              </p:ext>
            </p:extLst>
          </p:nvPr>
        </p:nvGraphicFramePr>
        <p:xfrm>
          <a:off x="107950" y="1811338"/>
          <a:ext cx="6705600" cy="4329112"/>
        </p:xfrm>
        <a:graphic>
          <a:graphicData uri="http://schemas.openxmlformats.org/presentationml/2006/ole">
            <mc:AlternateContent xmlns:mc="http://schemas.openxmlformats.org/markup-compatibility/2006">
              <mc:Choice xmlns:v="urn:schemas-microsoft-com:vml" Requires="v">
                <p:oleObj name="Picture" r:id="rId3" imgW="3660648" imgH="2360676" progId="Word.Picture.8">
                  <p:embed/>
                </p:oleObj>
              </mc:Choice>
              <mc:Fallback>
                <p:oleObj name="Picture" r:id="rId3" imgW="3660648" imgH="2360676"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1811338"/>
                        <a:ext cx="6705600" cy="432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180" name="Rectangle 2">
            <a:extLst>
              <a:ext uri="{FF2B5EF4-FFF2-40B4-BE49-F238E27FC236}">
                <a16:creationId xmlns:a16="http://schemas.microsoft.com/office/drawing/2014/main" id="{2985929D-B557-4655-9165-CE0C885D97E7}"/>
              </a:ext>
            </a:extLst>
          </p:cNvPr>
          <p:cNvSpPr>
            <a:spLocks noGrp="1" noChangeArrowheads="1"/>
          </p:cNvSpPr>
          <p:nvPr>
            <p:ph type="title"/>
          </p:nvPr>
        </p:nvSpPr>
        <p:spPr>
          <a:xfrm>
            <a:off x="685800" y="285750"/>
            <a:ext cx="7772400" cy="781050"/>
          </a:xfrm>
        </p:spPr>
        <p:txBody>
          <a:bodyPr/>
          <a:lstStyle/>
          <a:p>
            <a:r>
              <a:rPr lang="en-US" altLang="en-US" sz="4000"/>
              <a:t>Trace Recursive factorial</a:t>
            </a:r>
          </a:p>
        </p:txBody>
      </p:sp>
      <p:sp>
        <p:nvSpPr>
          <p:cNvPr id="50179" name="Slide Number Placeholder 4">
            <a:extLst>
              <a:ext uri="{FF2B5EF4-FFF2-40B4-BE49-F238E27FC236}">
                <a16:creationId xmlns:a16="http://schemas.microsoft.com/office/drawing/2014/main" id="{7F07E329-DA04-46C0-A68B-3569DA7DBB0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328C1F1-1FCA-4981-8C32-74439E8A99AD}" type="slidenum">
              <a:rPr lang="en-US" altLang="en-US" sz="1400"/>
              <a:pPr>
                <a:spcBef>
                  <a:spcPct val="0"/>
                </a:spcBef>
                <a:buClrTx/>
                <a:buSzTx/>
                <a:buFontTx/>
                <a:buNone/>
              </a:pPr>
              <a:t>23</a:t>
            </a:fld>
            <a:endParaRPr lang="en-US" altLang="en-US" sz="1400"/>
          </a:p>
        </p:txBody>
      </p:sp>
      <p:sp>
        <p:nvSpPr>
          <p:cNvPr id="50183" name="Rectangle 5">
            <a:extLst>
              <a:ext uri="{FF2B5EF4-FFF2-40B4-BE49-F238E27FC236}">
                <a16:creationId xmlns:a16="http://schemas.microsoft.com/office/drawing/2014/main" id="{3741C3B2-FB16-4623-A6E8-0946AC05351F}"/>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50185" name="AutoShape 8">
            <a:extLst>
              <a:ext uri="{FF2B5EF4-FFF2-40B4-BE49-F238E27FC236}">
                <a16:creationId xmlns:a16="http://schemas.microsoft.com/office/drawing/2014/main" id="{4922D95F-14DC-4A8C-AB69-15192AC503C6}"/>
              </a:ext>
            </a:extLst>
          </p:cNvPr>
          <p:cNvSpPr>
            <a:spLocks noChangeArrowheads="1"/>
          </p:cNvSpPr>
          <p:nvPr/>
        </p:nvSpPr>
        <p:spPr bwMode="auto">
          <a:xfrm>
            <a:off x="5364163" y="2024063"/>
            <a:ext cx="3533775" cy="384175"/>
          </a:xfrm>
          <a:prstGeom prst="wedgeRoundRectCallout">
            <a:avLst>
              <a:gd name="adj1" fmla="val -148986"/>
              <a:gd name="adj2" fmla="val 260412"/>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returns factorial(3)</a:t>
            </a:r>
          </a:p>
        </p:txBody>
      </p:sp>
      <p:graphicFrame>
        <p:nvGraphicFramePr>
          <p:cNvPr id="50189" name="Object 1">
            <a:extLst>
              <a:ext uri="{FF2B5EF4-FFF2-40B4-BE49-F238E27FC236}">
                <a16:creationId xmlns:a16="http://schemas.microsoft.com/office/drawing/2014/main" id="{AB09A199-C958-4058-9497-079991D9161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286226864"/>
              </p:ext>
            </p:extLst>
          </p:nvPr>
        </p:nvGraphicFramePr>
        <p:xfrm>
          <a:off x="7524750" y="3968750"/>
          <a:ext cx="1139825" cy="2362200"/>
        </p:xfrm>
        <a:graphic>
          <a:graphicData uri="http://schemas.openxmlformats.org/presentationml/2006/ole">
            <mc:AlternateContent xmlns:mc="http://schemas.openxmlformats.org/markup-compatibility/2006">
              <mc:Choice xmlns:v="urn:schemas-microsoft-com:vml" Requires="v">
                <p:oleObj name="Picture" r:id="rId5" imgW="1068324" imgH="2208276" progId="Word.Picture.8">
                  <p:embed/>
                </p:oleObj>
              </mc:Choice>
              <mc:Fallback>
                <p:oleObj name="Picture" r:id="rId5" imgW="1068324" imgH="2208276" progId="Word.Picture.8">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24750" y="3968750"/>
                        <a:ext cx="1139825"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226" name="Object 7" descr="Diagram showing how the recursive factorial method would work">
            <a:extLst>
              <a:ext uri="{FF2B5EF4-FFF2-40B4-BE49-F238E27FC236}">
                <a16:creationId xmlns:a16="http://schemas.microsoft.com/office/drawing/2014/main" id="{D10B1860-2EB7-454D-9419-044104423DE7}"/>
              </a:ext>
            </a:extLst>
          </p:cNvPr>
          <p:cNvGraphicFramePr>
            <a:graphicFrameLocks noChangeAspect="1"/>
          </p:cNvGraphicFramePr>
          <p:nvPr>
            <p:extLst>
              <p:ext uri="{D42A27DB-BD31-4B8C-83A1-F6EECF244321}">
                <p14:modId xmlns:p14="http://schemas.microsoft.com/office/powerpoint/2010/main" val="2261114022"/>
              </p:ext>
            </p:extLst>
          </p:nvPr>
        </p:nvGraphicFramePr>
        <p:xfrm>
          <a:off x="107950" y="1811338"/>
          <a:ext cx="6705600" cy="4329112"/>
        </p:xfrm>
        <a:graphic>
          <a:graphicData uri="http://schemas.openxmlformats.org/presentationml/2006/ole">
            <mc:AlternateContent xmlns:mc="http://schemas.openxmlformats.org/markup-compatibility/2006">
              <mc:Choice xmlns:v="urn:schemas-microsoft-com:vml" Requires="v">
                <p:oleObj name="Picture" r:id="rId3" imgW="3660648" imgH="2360676" progId="Word.Picture.8">
                  <p:embed/>
                </p:oleObj>
              </mc:Choice>
              <mc:Fallback>
                <p:oleObj name="Picture" r:id="rId3" imgW="3660648" imgH="2360676"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1811338"/>
                        <a:ext cx="6705600" cy="432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28" name="Rectangle 2">
            <a:extLst>
              <a:ext uri="{FF2B5EF4-FFF2-40B4-BE49-F238E27FC236}">
                <a16:creationId xmlns:a16="http://schemas.microsoft.com/office/drawing/2014/main" id="{B83E4572-BE57-4678-B260-D0F8E957F22A}"/>
              </a:ext>
            </a:extLst>
          </p:cNvPr>
          <p:cNvSpPr>
            <a:spLocks noGrp="1" noChangeArrowheads="1"/>
          </p:cNvSpPr>
          <p:nvPr>
            <p:ph type="title"/>
          </p:nvPr>
        </p:nvSpPr>
        <p:spPr>
          <a:xfrm>
            <a:off x="685800" y="285750"/>
            <a:ext cx="7772400" cy="781050"/>
          </a:xfrm>
        </p:spPr>
        <p:txBody>
          <a:bodyPr/>
          <a:lstStyle/>
          <a:p>
            <a:r>
              <a:rPr lang="en-US" altLang="en-US" sz="4000"/>
              <a:t>Trace Recursive factorial</a:t>
            </a:r>
          </a:p>
        </p:txBody>
      </p:sp>
      <p:sp>
        <p:nvSpPr>
          <p:cNvPr id="52227" name="Slide Number Placeholder 4">
            <a:extLst>
              <a:ext uri="{FF2B5EF4-FFF2-40B4-BE49-F238E27FC236}">
                <a16:creationId xmlns:a16="http://schemas.microsoft.com/office/drawing/2014/main" id="{C51D8F6F-9958-41CD-9577-F531E9F501A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1DC51D8-19DC-4551-B8B4-4132CA7D4491}" type="slidenum">
              <a:rPr lang="en-US" altLang="en-US" sz="1400"/>
              <a:pPr>
                <a:spcBef>
                  <a:spcPct val="0"/>
                </a:spcBef>
                <a:buClrTx/>
                <a:buSzTx/>
                <a:buFontTx/>
                <a:buNone/>
              </a:pPr>
              <a:t>24</a:t>
            </a:fld>
            <a:endParaRPr lang="en-US" altLang="en-US" sz="1400"/>
          </a:p>
        </p:txBody>
      </p:sp>
      <p:sp>
        <p:nvSpPr>
          <p:cNvPr id="52231" name="Rectangle 5">
            <a:extLst>
              <a:ext uri="{FF2B5EF4-FFF2-40B4-BE49-F238E27FC236}">
                <a16:creationId xmlns:a16="http://schemas.microsoft.com/office/drawing/2014/main" id="{A98341AF-8548-46FA-A063-5A68E50EEB5D}"/>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52233" name="AutoShape 8">
            <a:extLst>
              <a:ext uri="{FF2B5EF4-FFF2-40B4-BE49-F238E27FC236}">
                <a16:creationId xmlns:a16="http://schemas.microsoft.com/office/drawing/2014/main" id="{FCAF2D50-6B61-462D-8B45-D26ACF2A18BB}"/>
              </a:ext>
            </a:extLst>
          </p:cNvPr>
          <p:cNvSpPr>
            <a:spLocks noChangeArrowheads="1"/>
          </p:cNvSpPr>
          <p:nvPr/>
        </p:nvSpPr>
        <p:spPr bwMode="auto">
          <a:xfrm>
            <a:off x="5378450" y="1457325"/>
            <a:ext cx="3533775" cy="384175"/>
          </a:xfrm>
          <a:prstGeom prst="wedgeRoundRectCallout">
            <a:avLst>
              <a:gd name="adj1" fmla="val -158759"/>
              <a:gd name="adj2" fmla="val 223389"/>
              <a:gd name="adj3" fmla="val 16667"/>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returns factorial(4)</a:t>
            </a:r>
          </a:p>
        </p:txBody>
      </p:sp>
      <p:graphicFrame>
        <p:nvGraphicFramePr>
          <p:cNvPr id="52235" name="Object 1">
            <a:extLst>
              <a:ext uri="{FF2B5EF4-FFF2-40B4-BE49-F238E27FC236}">
                <a16:creationId xmlns:a16="http://schemas.microsoft.com/office/drawing/2014/main" id="{E2D88818-4737-4A52-A1A3-33D2700547E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049778760"/>
              </p:ext>
            </p:extLst>
          </p:nvPr>
        </p:nvGraphicFramePr>
        <p:xfrm>
          <a:off x="7524750" y="3860800"/>
          <a:ext cx="1139825" cy="2362200"/>
        </p:xfrm>
        <a:graphic>
          <a:graphicData uri="http://schemas.openxmlformats.org/presentationml/2006/ole">
            <mc:AlternateContent xmlns:mc="http://schemas.openxmlformats.org/markup-compatibility/2006">
              <mc:Choice xmlns:v="urn:schemas-microsoft-com:vml" Requires="v">
                <p:oleObj name="Picture" r:id="rId5" imgW="1068324" imgH="2208276" progId="Word.Picture.8">
                  <p:embed/>
                </p:oleObj>
              </mc:Choice>
              <mc:Fallback>
                <p:oleObj name="Picture" r:id="rId5" imgW="1068324" imgH="2208276" progId="Word.Picture.8">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24750" y="3860800"/>
                        <a:ext cx="1139825"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a:extLst>
              <a:ext uri="{FF2B5EF4-FFF2-40B4-BE49-F238E27FC236}">
                <a16:creationId xmlns:a16="http://schemas.microsoft.com/office/drawing/2014/main" id="{725159A8-47EE-4254-8024-B6FD799A81E7}"/>
              </a:ext>
            </a:extLst>
          </p:cNvPr>
          <p:cNvSpPr>
            <a:spLocks noGrp="1" noChangeArrowheads="1"/>
          </p:cNvSpPr>
          <p:nvPr>
            <p:ph type="title"/>
          </p:nvPr>
        </p:nvSpPr>
        <p:spPr>
          <a:xfrm>
            <a:off x="685800" y="152400"/>
            <a:ext cx="7772400" cy="533400"/>
          </a:xfrm>
        </p:spPr>
        <p:txBody>
          <a:bodyPr/>
          <a:lstStyle/>
          <a:p>
            <a:r>
              <a:rPr lang="en-US" altLang="en-US" sz="4000"/>
              <a:t>factorial(4) Stack Trace</a:t>
            </a:r>
          </a:p>
        </p:txBody>
      </p:sp>
      <p:sp>
        <p:nvSpPr>
          <p:cNvPr id="54274" name="Slide Number Placeholder 4">
            <a:extLst>
              <a:ext uri="{FF2B5EF4-FFF2-40B4-BE49-F238E27FC236}">
                <a16:creationId xmlns:a16="http://schemas.microsoft.com/office/drawing/2014/main" id="{14D1B709-D8B7-4949-B2BD-2BE732562AD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4BD6118-1DF1-47DC-B917-1570D4A3DBB6}" type="slidenum">
              <a:rPr lang="en-US" altLang="en-US" sz="1400"/>
              <a:pPr>
                <a:spcBef>
                  <a:spcPct val="0"/>
                </a:spcBef>
                <a:buClrTx/>
                <a:buSzTx/>
                <a:buFontTx/>
                <a:buNone/>
              </a:pPr>
              <a:t>25</a:t>
            </a:fld>
            <a:endParaRPr lang="en-US" altLang="en-US" sz="1400"/>
          </a:p>
        </p:txBody>
      </p:sp>
      <p:graphicFrame>
        <p:nvGraphicFramePr>
          <p:cNvPr id="54278" name="Object 5" descr="Diagram showing how the recursive factorial method would work">
            <a:extLst>
              <a:ext uri="{FF2B5EF4-FFF2-40B4-BE49-F238E27FC236}">
                <a16:creationId xmlns:a16="http://schemas.microsoft.com/office/drawing/2014/main" id="{474754C6-CC48-4296-8286-BBCDDC2E350E}"/>
              </a:ext>
            </a:extLst>
          </p:cNvPr>
          <p:cNvGraphicFramePr>
            <a:graphicFrameLocks noChangeAspect="1"/>
          </p:cNvGraphicFramePr>
          <p:nvPr>
            <p:extLst>
              <p:ext uri="{D42A27DB-BD31-4B8C-83A1-F6EECF244321}">
                <p14:modId xmlns:p14="http://schemas.microsoft.com/office/powerpoint/2010/main" val="3102285343"/>
              </p:ext>
            </p:extLst>
          </p:nvPr>
        </p:nvGraphicFramePr>
        <p:xfrm>
          <a:off x="762000" y="838200"/>
          <a:ext cx="7696200" cy="5568950"/>
        </p:xfrm>
        <a:graphic>
          <a:graphicData uri="http://schemas.openxmlformats.org/presentationml/2006/ole">
            <mc:AlternateContent xmlns:mc="http://schemas.openxmlformats.org/markup-compatibility/2006">
              <mc:Choice xmlns:v="urn:schemas-microsoft-com:vml" Requires="v">
                <p:oleObj name="Picture" r:id="rId3" imgW="5372100" imgH="3886200" progId="Word.Picture.8">
                  <p:embed/>
                </p:oleObj>
              </mc:Choice>
              <mc:Fallback>
                <p:oleObj name="Picture" r:id="rId3" imgW="5372100" imgH="3886200" progId="Word.Picture.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838200"/>
                        <a:ext cx="7696200" cy="556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a:extLst>
              <a:ext uri="{FF2B5EF4-FFF2-40B4-BE49-F238E27FC236}">
                <a16:creationId xmlns:a16="http://schemas.microsoft.com/office/drawing/2014/main" id="{FA50D8F2-3ACD-49C5-8436-6AF14426B136}"/>
              </a:ext>
            </a:extLst>
          </p:cNvPr>
          <p:cNvSpPr>
            <a:spLocks noGrp="1" noChangeArrowheads="1"/>
          </p:cNvSpPr>
          <p:nvPr>
            <p:ph type="title"/>
          </p:nvPr>
        </p:nvSpPr>
        <p:spPr>
          <a:xfrm>
            <a:off x="468313" y="228600"/>
            <a:ext cx="7989887" cy="1400175"/>
          </a:xfrm>
        </p:spPr>
        <p:txBody>
          <a:bodyPr/>
          <a:lstStyle/>
          <a:p>
            <a:r>
              <a:rPr lang="en-US" altLang="en-US"/>
              <a:t>Problem Solving Using Recursion</a:t>
            </a:r>
          </a:p>
        </p:txBody>
      </p:sp>
      <p:sp>
        <p:nvSpPr>
          <p:cNvPr id="62468" name="Rectangle 3">
            <a:extLst>
              <a:ext uri="{FF2B5EF4-FFF2-40B4-BE49-F238E27FC236}">
                <a16:creationId xmlns:a16="http://schemas.microsoft.com/office/drawing/2014/main" id="{F6B7C552-C747-45C9-8EB6-E0D4F3DDD337}"/>
              </a:ext>
            </a:extLst>
          </p:cNvPr>
          <p:cNvSpPr>
            <a:spLocks noGrp="1" noChangeArrowheads="1"/>
          </p:cNvSpPr>
          <p:nvPr>
            <p:ph idx="1"/>
          </p:nvPr>
        </p:nvSpPr>
        <p:spPr>
          <a:xfrm>
            <a:off x="228600" y="1592263"/>
            <a:ext cx="8686800" cy="4579937"/>
          </a:xfrm>
        </p:spPr>
        <p:txBody>
          <a:bodyPr/>
          <a:lstStyle/>
          <a:p>
            <a:pPr marL="457200" lvl="1" indent="0">
              <a:lnSpc>
                <a:spcPct val="150000"/>
              </a:lnSpc>
              <a:buFontTx/>
              <a:buNone/>
            </a:pPr>
            <a:endParaRPr lang="en-US" altLang="en-US" sz="2400"/>
          </a:p>
          <a:p>
            <a:pPr marL="0" indent="0">
              <a:lnSpc>
                <a:spcPct val="150000"/>
              </a:lnSpc>
              <a:buFont typeface="Monotype Sorts"/>
              <a:buNone/>
            </a:pPr>
            <a:r>
              <a:rPr lang="en-US" altLang="en-US" sz="2800"/>
              <a:t>In general, to solve a problem using recursion, you break it into subproblems. If a subproblem resembles the original problem, you can apply the same approach to solve the subproblems recursively. A subproblem is almost the same as the original problem in nature with a smaller size.</a:t>
            </a:r>
          </a:p>
        </p:txBody>
      </p:sp>
      <p:sp>
        <p:nvSpPr>
          <p:cNvPr id="62466" name="Slide Number Placeholder 4">
            <a:extLst>
              <a:ext uri="{FF2B5EF4-FFF2-40B4-BE49-F238E27FC236}">
                <a16:creationId xmlns:a16="http://schemas.microsoft.com/office/drawing/2014/main" id="{4788E8A7-1145-4B1A-A980-383B8F171CA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F592521-2F22-4BF2-A85A-B8BC13EAFECA}" type="slidenum">
              <a:rPr lang="en-US" altLang="en-US" sz="1400"/>
              <a:pPr>
                <a:spcBef>
                  <a:spcPct val="0"/>
                </a:spcBef>
                <a:buClrTx/>
                <a:buSzTx/>
                <a:buFontTx/>
                <a:buNone/>
              </a:pPr>
              <a:t>26</a:t>
            </a:fld>
            <a:endParaRPr lang="en-US" altLang="en-US" sz="14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a:extLst>
              <a:ext uri="{FF2B5EF4-FFF2-40B4-BE49-F238E27FC236}">
                <a16:creationId xmlns:a16="http://schemas.microsoft.com/office/drawing/2014/main" id="{47289785-F169-43C5-9AE1-B204D7A6C584}"/>
              </a:ext>
            </a:extLst>
          </p:cNvPr>
          <p:cNvSpPr>
            <a:spLocks noGrp="1" noChangeArrowheads="1"/>
          </p:cNvSpPr>
          <p:nvPr>
            <p:ph type="title"/>
          </p:nvPr>
        </p:nvSpPr>
        <p:spPr>
          <a:xfrm>
            <a:off x="685800" y="228600"/>
            <a:ext cx="7772400" cy="838200"/>
          </a:xfrm>
        </p:spPr>
        <p:txBody>
          <a:bodyPr/>
          <a:lstStyle/>
          <a:p>
            <a:r>
              <a:rPr lang="en-US" altLang="en-US"/>
              <a:t>Characteristics of Recursion </a:t>
            </a:r>
          </a:p>
        </p:txBody>
      </p:sp>
      <p:sp>
        <p:nvSpPr>
          <p:cNvPr id="64516" name="Rectangle 3">
            <a:extLst>
              <a:ext uri="{FF2B5EF4-FFF2-40B4-BE49-F238E27FC236}">
                <a16:creationId xmlns:a16="http://schemas.microsoft.com/office/drawing/2014/main" id="{5EBD04B9-D87A-421F-8625-DB45787DDC76}"/>
              </a:ext>
            </a:extLst>
          </p:cNvPr>
          <p:cNvSpPr>
            <a:spLocks noGrp="1" noChangeArrowheads="1"/>
          </p:cNvSpPr>
          <p:nvPr>
            <p:ph idx="1"/>
          </p:nvPr>
        </p:nvSpPr>
        <p:spPr>
          <a:xfrm>
            <a:off x="97668" y="1268413"/>
            <a:ext cx="8686800" cy="4903787"/>
          </a:xfrm>
        </p:spPr>
        <p:txBody>
          <a:bodyPr/>
          <a:lstStyle/>
          <a:p>
            <a:pPr marL="0" indent="0">
              <a:lnSpc>
                <a:spcPct val="90000"/>
              </a:lnSpc>
              <a:buFont typeface="Monotype Sorts"/>
              <a:buNone/>
            </a:pPr>
            <a:r>
              <a:rPr lang="en-US" altLang="en-US" sz="2800" dirty="0"/>
              <a:t>All recursive methods have the following characteristics:</a:t>
            </a:r>
          </a:p>
          <a:p>
            <a:pPr marL="0" indent="0">
              <a:lnSpc>
                <a:spcPct val="90000"/>
              </a:lnSpc>
              <a:buFont typeface="Monotype Sorts"/>
              <a:buNone/>
            </a:pPr>
            <a:endParaRPr lang="en-US" altLang="en-US" sz="2800" dirty="0"/>
          </a:p>
          <a:p>
            <a:pPr lvl="1">
              <a:lnSpc>
                <a:spcPct val="90000"/>
              </a:lnSpc>
              <a:spcAft>
                <a:spcPts val="600"/>
              </a:spcAft>
            </a:pPr>
            <a:r>
              <a:rPr lang="en-US" altLang="en-US" sz="2400" dirty="0"/>
              <a:t>The method is implemented using a conditional statement that leads to different cases.</a:t>
            </a:r>
          </a:p>
          <a:p>
            <a:pPr lvl="1">
              <a:spcBef>
                <a:spcPts val="0"/>
              </a:spcBef>
            </a:pPr>
            <a:r>
              <a:rPr lang="en-US" altLang="en-US" sz="2400" dirty="0"/>
              <a:t>One or more </a:t>
            </a:r>
            <a:r>
              <a:rPr lang="en-US" altLang="en-US" sz="2400" b="1" dirty="0"/>
              <a:t>base cases </a:t>
            </a:r>
            <a:r>
              <a:rPr lang="en-US" altLang="en-US" sz="2400" dirty="0"/>
              <a:t>(the simplest case) are used to stop recursion.</a:t>
            </a:r>
          </a:p>
          <a:p>
            <a:pPr lvl="1">
              <a:lnSpc>
                <a:spcPct val="90000"/>
              </a:lnSpc>
            </a:pPr>
            <a:r>
              <a:rPr lang="en-US" altLang="en-US" sz="2400" dirty="0"/>
              <a:t>Every recursive call reduces the original problem, bringing it increasingly closer to a base case until it becomes that case.</a:t>
            </a:r>
          </a:p>
          <a:p>
            <a:pPr lvl="1">
              <a:lnSpc>
                <a:spcPct val="90000"/>
              </a:lnSpc>
            </a:pPr>
            <a:endParaRPr lang="en-US" altLang="en-US" sz="2400" dirty="0"/>
          </a:p>
        </p:txBody>
      </p:sp>
      <p:sp>
        <p:nvSpPr>
          <p:cNvPr id="64514" name="Slide Number Placeholder 4">
            <a:extLst>
              <a:ext uri="{FF2B5EF4-FFF2-40B4-BE49-F238E27FC236}">
                <a16:creationId xmlns:a16="http://schemas.microsoft.com/office/drawing/2014/main" id="{7D954394-88AC-4061-AC55-9C089B441C5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638271C-752C-4234-829E-28B7614EA3A7}" type="slidenum">
              <a:rPr lang="en-US" altLang="en-US" sz="1400"/>
              <a:pPr>
                <a:spcBef>
                  <a:spcPct val="0"/>
                </a:spcBef>
                <a:buClrTx/>
                <a:buSzTx/>
                <a:buFontTx/>
                <a:buNone/>
              </a:pPr>
              <a:t>27</a:t>
            </a:fld>
            <a:endParaRPr lang="en-US" altLang="en-US" sz="1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B94F0E48-A3D0-423E-BDD0-337BFC0C256C}"/>
              </a:ext>
            </a:extLst>
          </p:cNvPr>
          <p:cNvSpPr>
            <a:spLocks noGrp="1" noChangeArrowheads="1"/>
          </p:cNvSpPr>
          <p:nvPr>
            <p:ph type="title"/>
          </p:nvPr>
        </p:nvSpPr>
        <p:spPr>
          <a:xfrm>
            <a:off x="685800" y="304800"/>
            <a:ext cx="7772400" cy="838200"/>
          </a:xfrm>
        </p:spPr>
        <p:txBody>
          <a:bodyPr/>
          <a:lstStyle/>
          <a:p>
            <a:r>
              <a:rPr lang="en-US" altLang="en-US"/>
              <a:t>Computing Factorial</a:t>
            </a:r>
          </a:p>
        </p:txBody>
      </p:sp>
      <p:sp>
        <p:nvSpPr>
          <p:cNvPr id="11268" name="Rectangle 3">
            <a:extLst>
              <a:ext uri="{FF2B5EF4-FFF2-40B4-BE49-F238E27FC236}">
                <a16:creationId xmlns:a16="http://schemas.microsoft.com/office/drawing/2014/main" id="{DC0982E3-6EB5-406F-A853-D57C375A87F1}"/>
              </a:ext>
            </a:extLst>
          </p:cNvPr>
          <p:cNvSpPr>
            <a:spLocks noGrp="1" noChangeArrowheads="1"/>
          </p:cNvSpPr>
          <p:nvPr>
            <p:ph idx="1"/>
          </p:nvPr>
        </p:nvSpPr>
        <p:spPr>
          <a:xfrm>
            <a:off x="287338" y="1736725"/>
            <a:ext cx="8534400" cy="4679950"/>
          </a:xfrm>
        </p:spPr>
        <p:txBody>
          <a:bodyPr/>
          <a:lstStyle/>
          <a:p>
            <a:pPr>
              <a:spcBef>
                <a:spcPts val="0"/>
              </a:spcBef>
              <a:buFont typeface="Monotype Sorts"/>
              <a:buNone/>
            </a:pPr>
            <a:endParaRPr lang="en-US" altLang="en-US" sz="2800" dirty="0"/>
          </a:p>
          <a:p>
            <a:pPr>
              <a:spcBef>
                <a:spcPts val="0"/>
              </a:spcBef>
              <a:buFont typeface="Monotype Sorts"/>
              <a:buNone/>
            </a:pPr>
            <a:r>
              <a:rPr lang="en-US" altLang="en-US" sz="2800" dirty="0">
                <a:solidFill>
                  <a:srgbClr val="002060"/>
                </a:solidFill>
              </a:rPr>
              <a:t>public static int factorial (int n)</a:t>
            </a:r>
          </a:p>
          <a:p>
            <a:pPr>
              <a:spcBef>
                <a:spcPts val="0"/>
              </a:spcBef>
              <a:buFont typeface="Monotype Sorts"/>
              <a:buNone/>
            </a:pPr>
            <a:r>
              <a:rPr lang="en-US" altLang="en-US" sz="2800" dirty="0">
                <a:solidFill>
                  <a:srgbClr val="002060"/>
                </a:solidFill>
              </a:rPr>
              <a:t>{</a:t>
            </a:r>
          </a:p>
          <a:p>
            <a:pPr>
              <a:spcBef>
                <a:spcPts val="0"/>
              </a:spcBef>
              <a:buFont typeface="Monotype Sorts"/>
              <a:buNone/>
            </a:pPr>
            <a:r>
              <a:rPr lang="en-US" altLang="en-US" sz="2800" dirty="0">
                <a:solidFill>
                  <a:srgbClr val="002060"/>
                </a:solidFill>
              </a:rPr>
              <a:t>	if (n == 0)  </a:t>
            </a:r>
            <a:r>
              <a:rPr lang="en-US" altLang="en-US" sz="2400" dirty="0">
                <a:solidFill>
                  <a:srgbClr val="660033"/>
                </a:solidFill>
              </a:rPr>
              <a:t>// base case (stopping point)</a:t>
            </a:r>
          </a:p>
          <a:p>
            <a:pPr>
              <a:spcBef>
                <a:spcPts val="0"/>
              </a:spcBef>
              <a:buFont typeface="Monotype Sorts"/>
              <a:buNone/>
            </a:pPr>
            <a:r>
              <a:rPr lang="en-US" altLang="en-US" sz="2800" dirty="0">
                <a:solidFill>
                  <a:srgbClr val="002060"/>
                </a:solidFill>
              </a:rPr>
              <a:t>		return 1;   </a:t>
            </a:r>
            <a:r>
              <a:rPr lang="en-US" altLang="en-US" sz="2400" dirty="0">
                <a:solidFill>
                  <a:srgbClr val="660033"/>
                </a:solidFill>
              </a:rPr>
              <a:t>// the factorial of 0 = 1</a:t>
            </a:r>
          </a:p>
          <a:p>
            <a:pPr>
              <a:spcBef>
                <a:spcPts val="0"/>
              </a:spcBef>
              <a:buFont typeface="Monotype Sorts"/>
              <a:buNone/>
            </a:pPr>
            <a:r>
              <a:rPr lang="en-US" altLang="en-US" sz="2800" dirty="0">
                <a:solidFill>
                  <a:srgbClr val="002060"/>
                </a:solidFill>
              </a:rPr>
              <a:t>	else</a:t>
            </a:r>
          </a:p>
          <a:p>
            <a:pPr>
              <a:spcBef>
                <a:spcPts val="0"/>
              </a:spcBef>
              <a:buFont typeface="Monotype Sorts"/>
              <a:buNone/>
            </a:pPr>
            <a:r>
              <a:rPr lang="en-US" altLang="en-US" sz="2400" dirty="0">
                <a:solidFill>
                  <a:srgbClr val="002060"/>
                </a:solidFill>
              </a:rPr>
              <a:t>		</a:t>
            </a:r>
            <a:r>
              <a:rPr lang="en-US" altLang="en-US" sz="2400" dirty="0">
                <a:solidFill>
                  <a:srgbClr val="660033"/>
                </a:solidFill>
              </a:rPr>
              <a:t>// </a:t>
            </a:r>
            <a:r>
              <a:rPr lang="en-US" altLang="en-US" sz="2400">
                <a:solidFill>
                  <a:srgbClr val="660033"/>
                </a:solidFill>
              </a:rPr>
              <a:t>else call </a:t>
            </a:r>
            <a:r>
              <a:rPr lang="en-US" altLang="en-US" sz="2400" dirty="0">
                <a:solidFill>
                  <a:srgbClr val="660033"/>
                </a:solidFill>
              </a:rPr>
              <a:t>the function again with a smaller value</a:t>
            </a:r>
          </a:p>
          <a:p>
            <a:pPr>
              <a:spcBef>
                <a:spcPts val="0"/>
              </a:spcBef>
              <a:buFont typeface="Monotype Sorts"/>
              <a:buNone/>
            </a:pPr>
            <a:r>
              <a:rPr lang="en-US" altLang="en-US" sz="2800" dirty="0">
                <a:solidFill>
                  <a:srgbClr val="002060"/>
                </a:solidFill>
              </a:rPr>
              <a:t>		return n * factorial (n-1);</a:t>
            </a:r>
          </a:p>
          <a:p>
            <a:pPr>
              <a:spcBef>
                <a:spcPts val="0"/>
              </a:spcBef>
              <a:buFont typeface="Monotype Sorts"/>
              <a:buNone/>
            </a:pPr>
            <a:r>
              <a:rPr lang="en-US" altLang="en-US" sz="2800" dirty="0">
                <a:solidFill>
                  <a:srgbClr val="002060"/>
                </a:solidFill>
              </a:rPr>
              <a:t>}</a:t>
            </a:r>
          </a:p>
        </p:txBody>
      </p:sp>
      <p:sp>
        <p:nvSpPr>
          <p:cNvPr id="11266" name="Slide Number Placeholder 4">
            <a:extLst>
              <a:ext uri="{FF2B5EF4-FFF2-40B4-BE49-F238E27FC236}">
                <a16:creationId xmlns:a16="http://schemas.microsoft.com/office/drawing/2014/main" id="{94DE74E2-8EB3-4ABA-9286-92FEC0750B9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C0DFC38-AD37-460A-AAB9-CE1B2BFB3928}" type="slidenum">
              <a:rPr lang="en-US" altLang="en-US" sz="1400"/>
              <a:pPr>
                <a:spcBef>
                  <a:spcPct val="0"/>
                </a:spcBef>
                <a:buClrTx/>
                <a:buSzTx/>
                <a:buFontTx/>
                <a:buNone/>
              </a:pPr>
              <a:t>28</a:t>
            </a:fld>
            <a:endParaRPr lang="en-US" altLang="en-US" sz="1400"/>
          </a:p>
        </p:txBody>
      </p:sp>
      <p:sp>
        <p:nvSpPr>
          <p:cNvPr id="11269" name="Rectangle 4">
            <a:extLst>
              <a:ext uri="{FF2B5EF4-FFF2-40B4-BE49-F238E27FC236}">
                <a16:creationId xmlns:a16="http://schemas.microsoft.com/office/drawing/2014/main" id="{B6373A95-1086-4AAB-BB85-69B0F36711C9}"/>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11270" name="Rectangle 5">
            <a:extLst>
              <a:ext uri="{FF2B5EF4-FFF2-40B4-BE49-F238E27FC236}">
                <a16:creationId xmlns:a16="http://schemas.microsoft.com/office/drawing/2014/main" id="{3C0B8321-3C26-43F8-A69D-DB7E5E41580C}"/>
              </a:ext>
            </a:extLst>
          </p:cNvPr>
          <p:cNvSpPr>
            <a:spLocks noChangeArrowheads="1"/>
          </p:cNvSpPr>
          <p:nvPr/>
        </p:nvSpPr>
        <p:spPr bwMode="auto">
          <a:xfrm>
            <a:off x="5688013" y="1196975"/>
            <a:ext cx="329565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000">
                <a:solidFill>
                  <a:schemeClr val="tx2"/>
                </a:solidFill>
              </a:rPr>
              <a:t>factorial(0) = 1;</a:t>
            </a:r>
          </a:p>
          <a:p>
            <a:pPr>
              <a:buFont typeface="Monotype Sorts"/>
              <a:buNone/>
            </a:pPr>
            <a:r>
              <a:rPr lang="en-US" altLang="en-US" sz="2000">
                <a:solidFill>
                  <a:schemeClr val="tx2"/>
                </a:solidFill>
              </a:rPr>
              <a:t>factorial(n) = n*factorial(n-1);</a:t>
            </a:r>
          </a:p>
        </p:txBody>
      </p:sp>
    </p:spTree>
    <p:extLst>
      <p:ext uri="{BB962C8B-B14F-4D97-AF65-F5344CB8AC3E}">
        <p14:creationId xmlns:p14="http://schemas.microsoft.com/office/powerpoint/2010/main" val="37249278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a:extLst>
              <a:ext uri="{FF2B5EF4-FFF2-40B4-BE49-F238E27FC236}">
                <a16:creationId xmlns:a16="http://schemas.microsoft.com/office/drawing/2014/main" id="{676F00B1-15B7-4BF8-84A0-5EB03F33F21C}"/>
              </a:ext>
            </a:extLst>
          </p:cNvPr>
          <p:cNvSpPr>
            <a:spLocks noGrp="1" noChangeArrowheads="1"/>
          </p:cNvSpPr>
          <p:nvPr>
            <p:ph type="title"/>
          </p:nvPr>
        </p:nvSpPr>
        <p:spPr>
          <a:xfrm>
            <a:off x="685800" y="304800"/>
            <a:ext cx="7772400" cy="685800"/>
          </a:xfrm>
        </p:spPr>
        <p:txBody>
          <a:bodyPr/>
          <a:lstStyle/>
          <a:p>
            <a:r>
              <a:rPr lang="en-US" altLang="en-US"/>
              <a:t>Fibonacci Numbers</a:t>
            </a:r>
          </a:p>
        </p:txBody>
      </p:sp>
      <p:sp>
        <p:nvSpPr>
          <p:cNvPr id="58372" name="Rectangle 3">
            <a:extLst>
              <a:ext uri="{FF2B5EF4-FFF2-40B4-BE49-F238E27FC236}">
                <a16:creationId xmlns:a16="http://schemas.microsoft.com/office/drawing/2014/main" id="{23423290-F4C7-41D8-9366-A96645A4BB21}"/>
              </a:ext>
            </a:extLst>
          </p:cNvPr>
          <p:cNvSpPr>
            <a:spLocks noGrp="1" noChangeArrowheads="1"/>
          </p:cNvSpPr>
          <p:nvPr>
            <p:ph idx="1"/>
          </p:nvPr>
        </p:nvSpPr>
        <p:spPr>
          <a:xfrm>
            <a:off x="304800" y="1219200"/>
            <a:ext cx="8534400" cy="2438400"/>
          </a:xfrm>
        </p:spPr>
        <p:txBody>
          <a:bodyPr/>
          <a:lstStyle/>
          <a:p>
            <a:pPr>
              <a:lnSpc>
                <a:spcPct val="90000"/>
              </a:lnSpc>
              <a:buFont typeface="Monotype Sorts"/>
              <a:buNone/>
            </a:pPr>
            <a:r>
              <a:rPr lang="en-US" altLang="en-US" sz="2000" dirty="0">
                <a:latin typeface="Courier New" panose="02070309020205020404" pitchFamily="49" charset="0"/>
              </a:rPr>
              <a:t>Fibonacci series: 0 1 1 2 3 5 8 13 21 34 55 89…</a:t>
            </a:r>
          </a:p>
          <a:p>
            <a:pPr>
              <a:lnSpc>
                <a:spcPct val="90000"/>
              </a:lnSpc>
              <a:spcBef>
                <a:spcPct val="50000"/>
              </a:spcBef>
              <a:buFont typeface="Monotype Sorts"/>
              <a:buNone/>
            </a:pPr>
            <a:r>
              <a:rPr lang="en-US" altLang="en-US" sz="2000" dirty="0">
                <a:latin typeface="Courier New" panose="02070309020205020404" pitchFamily="49" charset="0"/>
              </a:rPr>
              <a:t>         indices: 0 1 2 3 4 5 6 7  8  9  10 11</a:t>
            </a:r>
            <a:r>
              <a:rPr lang="en-US" altLang="en-US" sz="2400" dirty="0">
                <a:latin typeface="Courier New" panose="02070309020205020404" pitchFamily="49" charset="0"/>
              </a:rPr>
              <a:t>             </a:t>
            </a:r>
          </a:p>
          <a:p>
            <a:pPr>
              <a:lnSpc>
                <a:spcPct val="90000"/>
              </a:lnSpc>
              <a:spcBef>
                <a:spcPct val="50000"/>
              </a:spcBef>
              <a:buFont typeface="Monotype Sorts"/>
              <a:buNone/>
            </a:pPr>
            <a:r>
              <a:rPr lang="en-US" altLang="en-US" sz="2400" dirty="0"/>
              <a:t>fib(0) = 0;</a:t>
            </a:r>
          </a:p>
          <a:p>
            <a:pPr>
              <a:lnSpc>
                <a:spcPct val="90000"/>
              </a:lnSpc>
              <a:spcBef>
                <a:spcPct val="50000"/>
              </a:spcBef>
              <a:buFont typeface="Monotype Sorts"/>
              <a:buNone/>
            </a:pPr>
            <a:r>
              <a:rPr lang="en-US" altLang="en-US" sz="2400" dirty="0"/>
              <a:t>fib(1) = 1;</a:t>
            </a:r>
          </a:p>
          <a:p>
            <a:pPr>
              <a:lnSpc>
                <a:spcPct val="90000"/>
              </a:lnSpc>
              <a:spcBef>
                <a:spcPct val="50000"/>
              </a:spcBef>
              <a:buFont typeface="Monotype Sorts"/>
              <a:buNone/>
            </a:pPr>
            <a:r>
              <a:rPr lang="en-US" altLang="en-US" sz="2400" dirty="0"/>
              <a:t>fib(index) = fib(index -1) + fib(index -2); (as long as index &gt;=2)</a:t>
            </a:r>
          </a:p>
        </p:txBody>
      </p:sp>
      <p:sp>
        <p:nvSpPr>
          <p:cNvPr id="58370" name="Slide Number Placeholder 4">
            <a:extLst>
              <a:ext uri="{FF2B5EF4-FFF2-40B4-BE49-F238E27FC236}">
                <a16:creationId xmlns:a16="http://schemas.microsoft.com/office/drawing/2014/main" id="{6B283CFB-442C-455E-BE2F-38087067CBC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FD751F3-AAB6-4478-ADD1-AE09893B8188}" type="slidenum">
              <a:rPr lang="en-US" altLang="en-US" sz="1400"/>
              <a:pPr>
                <a:spcBef>
                  <a:spcPct val="0"/>
                </a:spcBef>
                <a:buClrTx/>
                <a:buSzTx/>
                <a:buFontTx/>
                <a:buNone/>
              </a:pPr>
              <a:t>29</a:t>
            </a:fld>
            <a:endParaRPr lang="en-US" altLang="en-US" sz="1400"/>
          </a:p>
        </p:txBody>
      </p:sp>
      <p:sp>
        <p:nvSpPr>
          <p:cNvPr id="58373" name="Rectangle 4">
            <a:extLst>
              <a:ext uri="{FF2B5EF4-FFF2-40B4-BE49-F238E27FC236}">
                <a16:creationId xmlns:a16="http://schemas.microsoft.com/office/drawing/2014/main" id="{1F30FDCA-57BE-4FB4-BA68-A24FF50549D4}"/>
              </a:ext>
            </a:extLst>
          </p:cNvPr>
          <p:cNvSpPr>
            <a:spLocks noChangeArrowheads="1"/>
          </p:cNvSpPr>
          <p:nvPr/>
        </p:nvSpPr>
        <p:spPr bwMode="auto">
          <a:xfrm>
            <a:off x="304800" y="4114800"/>
            <a:ext cx="8610600" cy="958850"/>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Font typeface="Monotype Sorts"/>
              <a:buNone/>
            </a:pPr>
            <a:r>
              <a:rPr lang="en-US" altLang="en-US" sz="2800" dirty="0"/>
              <a:t>fib(3) = fib(2) + fib(1) = (fib(1) + fib(0)) + fib(1) = (1 + 0) +fib(1) = 1 + fib(1) = 1 + 1 = 2</a:t>
            </a:r>
          </a:p>
        </p:txBody>
      </p:sp>
      <p:sp>
        <p:nvSpPr>
          <p:cNvPr id="58374" name="Rectangle 9">
            <a:hlinkClick r:id="rId3"/>
            <a:extLst>
              <a:ext uri="{FF2B5EF4-FFF2-40B4-BE49-F238E27FC236}">
                <a16:creationId xmlns:a16="http://schemas.microsoft.com/office/drawing/2014/main" id="{873DCB7A-C146-45C6-9C51-5CB59ABF1C56}"/>
              </a:ext>
            </a:extLst>
          </p:cNvPr>
          <p:cNvSpPr>
            <a:spLocks noChangeArrowheads="1"/>
          </p:cNvSpPr>
          <p:nvPr/>
        </p:nvSpPr>
        <p:spPr bwMode="auto">
          <a:xfrm>
            <a:off x="4992688" y="5589588"/>
            <a:ext cx="2201862"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ComputeFibonacci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a:extLst>
              <a:ext uri="{FF2B5EF4-FFF2-40B4-BE49-F238E27FC236}">
                <a16:creationId xmlns:a16="http://schemas.microsoft.com/office/drawing/2014/main" id="{B6F12F5F-38E0-4C26-A044-62B6A7DEC667}"/>
              </a:ext>
            </a:extLst>
          </p:cNvPr>
          <p:cNvSpPr>
            <a:spLocks noGrp="1" noChangeArrowheads="1"/>
          </p:cNvSpPr>
          <p:nvPr>
            <p:ph type="title"/>
          </p:nvPr>
        </p:nvSpPr>
        <p:spPr>
          <a:xfrm>
            <a:off x="685800" y="0"/>
            <a:ext cx="7772400" cy="1428750"/>
          </a:xfrm>
        </p:spPr>
        <p:txBody>
          <a:bodyPr/>
          <a:lstStyle/>
          <a:p>
            <a:r>
              <a:rPr lang="en-US" altLang="en-US"/>
              <a:t>Fibonnaci Numbers, cont.</a:t>
            </a:r>
          </a:p>
        </p:txBody>
      </p:sp>
      <p:sp>
        <p:nvSpPr>
          <p:cNvPr id="60418" name="Slide Number Placeholder 4">
            <a:extLst>
              <a:ext uri="{FF2B5EF4-FFF2-40B4-BE49-F238E27FC236}">
                <a16:creationId xmlns:a16="http://schemas.microsoft.com/office/drawing/2014/main" id="{A0FF3D2E-4BE1-49E1-878D-75B759AF448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1F2DF23-0CA7-4643-A636-1A6112F63236}" type="slidenum">
              <a:rPr lang="en-US" altLang="en-US" sz="1400"/>
              <a:pPr>
                <a:spcBef>
                  <a:spcPct val="0"/>
                </a:spcBef>
                <a:buClrTx/>
                <a:buSzTx/>
                <a:buFontTx/>
                <a:buNone/>
              </a:pPr>
              <a:t>30</a:t>
            </a:fld>
            <a:endParaRPr lang="en-US" altLang="en-US" sz="1400"/>
          </a:p>
        </p:txBody>
      </p:sp>
      <p:graphicFrame>
        <p:nvGraphicFramePr>
          <p:cNvPr id="60424" name="Object 13" descr="Diagram showing how recursive fibonacci method would work">
            <a:extLst>
              <a:ext uri="{FF2B5EF4-FFF2-40B4-BE49-F238E27FC236}">
                <a16:creationId xmlns:a16="http://schemas.microsoft.com/office/drawing/2014/main" id="{95C2AAD3-5496-4538-9F05-E92C00519B21}"/>
              </a:ext>
            </a:extLst>
          </p:cNvPr>
          <p:cNvGraphicFramePr>
            <a:graphicFrameLocks noChangeAspect="1"/>
          </p:cNvGraphicFramePr>
          <p:nvPr>
            <p:extLst>
              <p:ext uri="{D42A27DB-BD31-4B8C-83A1-F6EECF244321}">
                <p14:modId xmlns:p14="http://schemas.microsoft.com/office/powerpoint/2010/main" val="3685723923"/>
              </p:ext>
            </p:extLst>
          </p:nvPr>
        </p:nvGraphicFramePr>
        <p:xfrm>
          <a:off x="0" y="1808163"/>
          <a:ext cx="9144000" cy="3048000"/>
        </p:xfrm>
        <a:graphic>
          <a:graphicData uri="http://schemas.openxmlformats.org/presentationml/2006/ole">
            <mc:AlternateContent xmlns:mc="http://schemas.openxmlformats.org/markup-compatibility/2006">
              <mc:Choice xmlns:v="urn:schemas-microsoft-com:vml" Requires="v">
                <p:oleObj name="Picture" r:id="rId3" imgW="6862572" imgH="2284476" progId="Word.Picture.8">
                  <p:embed/>
                </p:oleObj>
              </mc:Choice>
              <mc:Fallback>
                <p:oleObj name="Picture" r:id="rId3" imgW="6862572" imgH="2284476" progId="Word.Picture.8">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808163"/>
                        <a:ext cx="91440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a:extLst>
              <a:ext uri="{FF2B5EF4-FFF2-40B4-BE49-F238E27FC236}">
                <a16:creationId xmlns:a16="http://schemas.microsoft.com/office/drawing/2014/main" id="{7D38F504-90AE-4CED-B857-CF8AD1866712}"/>
              </a:ext>
            </a:extLst>
          </p:cNvPr>
          <p:cNvSpPr>
            <a:spLocks noGrp="1" noChangeArrowheads="1"/>
          </p:cNvSpPr>
          <p:nvPr>
            <p:ph type="title"/>
          </p:nvPr>
        </p:nvSpPr>
        <p:spPr>
          <a:xfrm>
            <a:off x="685800" y="228600"/>
            <a:ext cx="7772400" cy="685800"/>
          </a:xfrm>
        </p:spPr>
        <p:txBody>
          <a:bodyPr/>
          <a:lstStyle/>
          <a:p>
            <a:r>
              <a:rPr lang="en-US" altLang="en-US" sz="4000"/>
              <a:t>Problem Solving Using Recursion</a:t>
            </a:r>
          </a:p>
        </p:txBody>
      </p:sp>
      <p:sp>
        <p:nvSpPr>
          <p:cNvPr id="66564" name="Rectangle 3">
            <a:extLst>
              <a:ext uri="{FF2B5EF4-FFF2-40B4-BE49-F238E27FC236}">
                <a16:creationId xmlns:a16="http://schemas.microsoft.com/office/drawing/2014/main" id="{4D8A2C26-F4E9-4C8D-A72E-FF362100EFC9}"/>
              </a:ext>
            </a:extLst>
          </p:cNvPr>
          <p:cNvSpPr>
            <a:spLocks noGrp="1" noChangeArrowheads="1"/>
          </p:cNvSpPr>
          <p:nvPr>
            <p:ph idx="1"/>
          </p:nvPr>
        </p:nvSpPr>
        <p:spPr>
          <a:xfrm>
            <a:off x="228600" y="990600"/>
            <a:ext cx="8686800" cy="2819400"/>
          </a:xfrm>
        </p:spPr>
        <p:txBody>
          <a:bodyPr/>
          <a:lstStyle/>
          <a:p>
            <a:pPr marL="0" indent="0">
              <a:lnSpc>
                <a:spcPct val="90000"/>
              </a:lnSpc>
              <a:buFont typeface="Monotype Sorts"/>
              <a:buNone/>
            </a:pPr>
            <a:r>
              <a:rPr lang="en-US" altLang="en-US" sz="2800" b="1" i="1" dirty="0"/>
              <a:t>nPrintln(“Welcome”, n); </a:t>
            </a:r>
          </a:p>
          <a:p>
            <a:pPr marL="0" indent="0">
              <a:lnSpc>
                <a:spcPct val="90000"/>
              </a:lnSpc>
              <a:buFont typeface="Monotype Sorts"/>
              <a:buNone/>
            </a:pPr>
            <a:r>
              <a:rPr lang="en-US" altLang="en-US" sz="2800" dirty="0"/>
              <a:t>1. one is to print the message one time and the other is to print the message for n-1 times. </a:t>
            </a:r>
          </a:p>
          <a:p>
            <a:pPr marL="0" indent="0">
              <a:lnSpc>
                <a:spcPct val="90000"/>
              </a:lnSpc>
              <a:buFont typeface="Monotype Sorts"/>
              <a:buNone/>
            </a:pPr>
            <a:r>
              <a:rPr lang="en-US" altLang="en-US" sz="2800" dirty="0"/>
              <a:t>2. The second problem is the same as the original problem with a smaller size. </a:t>
            </a:r>
          </a:p>
          <a:p>
            <a:pPr marL="0" indent="0">
              <a:lnSpc>
                <a:spcPct val="90000"/>
              </a:lnSpc>
              <a:buFont typeface="Monotype Sorts"/>
              <a:buNone/>
            </a:pPr>
            <a:r>
              <a:rPr lang="en-US" altLang="en-US" sz="2800" dirty="0"/>
              <a:t>3. The base case for the problem is n==0. You can solve this problem using recursion as follows:</a:t>
            </a:r>
          </a:p>
          <a:p>
            <a:pPr marL="0" indent="0">
              <a:lnSpc>
                <a:spcPct val="90000"/>
              </a:lnSpc>
              <a:buFont typeface="Monotype Sorts"/>
              <a:buNone/>
            </a:pPr>
            <a:endParaRPr lang="en-US" altLang="en-US" sz="2800" b="1" i="1" dirty="0"/>
          </a:p>
        </p:txBody>
      </p:sp>
      <p:sp>
        <p:nvSpPr>
          <p:cNvPr id="66562" name="Slide Number Placeholder 4">
            <a:extLst>
              <a:ext uri="{FF2B5EF4-FFF2-40B4-BE49-F238E27FC236}">
                <a16:creationId xmlns:a16="http://schemas.microsoft.com/office/drawing/2014/main" id="{F0F0F4CE-7ABE-4CE3-9BE6-8CA2BCF37D6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F5F0523-72A3-4771-AB79-56210D8BA4AA}" type="slidenum">
              <a:rPr lang="en-US" altLang="en-US" sz="1400"/>
              <a:pPr>
                <a:spcBef>
                  <a:spcPct val="0"/>
                </a:spcBef>
                <a:buClrTx/>
                <a:buSzTx/>
                <a:buFontTx/>
                <a:buNone/>
              </a:pPr>
              <a:t>31</a:t>
            </a:fld>
            <a:endParaRPr lang="en-US" altLang="en-US" sz="1400"/>
          </a:p>
        </p:txBody>
      </p:sp>
      <p:sp>
        <p:nvSpPr>
          <p:cNvPr id="66565" name="Rectangle 4">
            <a:extLst>
              <a:ext uri="{FF2B5EF4-FFF2-40B4-BE49-F238E27FC236}">
                <a16:creationId xmlns:a16="http://schemas.microsoft.com/office/drawing/2014/main" id="{19D34F49-AE62-4443-B0F2-54F4F6EA6B50}"/>
              </a:ext>
            </a:extLst>
          </p:cNvPr>
          <p:cNvSpPr>
            <a:spLocks noChangeArrowheads="1"/>
          </p:cNvSpPr>
          <p:nvPr/>
        </p:nvSpPr>
        <p:spPr bwMode="auto">
          <a:xfrm>
            <a:off x="1295400" y="4149725"/>
            <a:ext cx="70866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000" dirty="0">
                <a:solidFill>
                  <a:schemeClr val="tx2"/>
                </a:solidFill>
              </a:rPr>
              <a:t>public static void nPrintln(String message, int n) {</a:t>
            </a:r>
          </a:p>
          <a:p>
            <a:pPr>
              <a:lnSpc>
                <a:spcPct val="90000"/>
              </a:lnSpc>
              <a:buFont typeface="Monotype Sorts"/>
              <a:buNone/>
            </a:pPr>
            <a:r>
              <a:rPr lang="en-US" altLang="en-US" sz="2000" dirty="0">
                <a:solidFill>
                  <a:schemeClr val="tx2"/>
                </a:solidFill>
              </a:rPr>
              <a:t>     if (n &gt;= 1) </a:t>
            </a:r>
          </a:p>
          <a:p>
            <a:pPr>
              <a:lnSpc>
                <a:spcPct val="90000"/>
              </a:lnSpc>
              <a:buFont typeface="Monotype Sorts"/>
              <a:buNone/>
            </a:pPr>
            <a:r>
              <a:rPr lang="en-US" altLang="en-US" sz="2000" dirty="0">
                <a:solidFill>
                  <a:schemeClr val="tx2"/>
                </a:solidFill>
              </a:rPr>
              <a:t>    {</a:t>
            </a:r>
          </a:p>
          <a:p>
            <a:pPr>
              <a:lnSpc>
                <a:spcPct val="90000"/>
              </a:lnSpc>
              <a:buFont typeface="Monotype Sorts"/>
              <a:buNone/>
            </a:pPr>
            <a:r>
              <a:rPr lang="en-US" altLang="en-US" sz="2000" dirty="0">
                <a:solidFill>
                  <a:schemeClr val="tx2"/>
                </a:solidFill>
              </a:rPr>
              <a:t>           System.out.println(message);</a:t>
            </a:r>
          </a:p>
          <a:p>
            <a:pPr>
              <a:lnSpc>
                <a:spcPct val="90000"/>
              </a:lnSpc>
              <a:buFont typeface="Monotype Sorts"/>
              <a:buNone/>
            </a:pPr>
            <a:r>
              <a:rPr lang="en-US" altLang="en-US" sz="2000" dirty="0">
                <a:solidFill>
                  <a:schemeClr val="tx2"/>
                </a:solidFill>
              </a:rPr>
              <a:t>           nPrintln(message, n - 1);</a:t>
            </a:r>
          </a:p>
          <a:p>
            <a:pPr>
              <a:lnSpc>
                <a:spcPct val="90000"/>
              </a:lnSpc>
              <a:buFont typeface="Monotype Sorts"/>
              <a:buNone/>
            </a:pPr>
            <a:r>
              <a:rPr lang="en-US" altLang="en-US" sz="2000" dirty="0">
                <a:solidFill>
                  <a:schemeClr val="tx2"/>
                </a:solidFill>
              </a:rPr>
              <a:t>     } </a:t>
            </a:r>
            <a:r>
              <a:rPr lang="en-US" altLang="en-US" sz="2000" dirty="0">
                <a:solidFill>
                  <a:srgbClr val="002060"/>
                </a:solidFill>
              </a:rPr>
              <a:t>// The base case is n &lt; 1</a:t>
            </a:r>
          </a:p>
          <a:p>
            <a:pPr>
              <a:lnSpc>
                <a:spcPct val="90000"/>
              </a:lnSpc>
              <a:buFont typeface="Monotype Sorts"/>
              <a:buNone/>
            </a:pPr>
            <a:r>
              <a:rPr lang="en-US" altLang="en-US" sz="2000" dirty="0">
                <a:solidFill>
                  <a:schemeClr val="tx2"/>
                </a:solidFill>
              </a:rPr>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a:extLst>
              <a:ext uri="{FF2B5EF4-FFF2-40B4-BE49-F238E27FC236}">
                <a16:creationId xmlns:a16="http://schemas.microsoft.com/office/drawing/2014/main" id="{4B3376B7-F5E0-48F6-A65B-F9F872330794}"/>
              </a:ext>
            </a:extLst>
          </p:cNvPr>
          <p:cNvSpPr>
            <a:spLocks noGrp="1" noChangeArrowheads="1"/>
          </p:cNvSpPr>
          <p:nvPr>
            <p:ph type="title"/>
          </p:nvPr>
        </p:nvSpPr>
        <p:spPr>
          <a:xfrm>
            <a:off x="685800" y="228600"/>
            <a:ext cx="7772400" cy="685800"/>
          </a:xfrm>
        </p:spPr>
        <p:txBody>
          <a:bodyPr/>
          <a:lstStyle/>
          <a:p>
            <a:r>
              <a:rPr lang="en-US" altLang="en-US"/>
              <a:t>Recursive Selection Sort</a:t>
            </a:r>
          </a:p>
        </p:txBody>
      </p:sp>
      <p:sp>
        <p:nvSpPr>
          <p:cNvPr id="74756" name="Rectangle 9">
            <a:extLst>
              <a:ext uri="{FF2B5EF4-FFF2-40B4-BE49-F238E27FC236}">
                <a16:creationId xmlns:a16="http://schemas.microsoft.com/office/drawing/2014/main" id="{A81E4660-858B-4784-ACD6-7C4B704DB5AF}"/>
              </a:ext>
            </a:extLst>
          </p:cNvPr>
          <p:cNvSpPr>
            <a:spLocks noGrp="1" noChangeArrowheads="1"/>
          </p:cNvSpPr>
          <p:nvPr>
            <p:ph idx="1"/>
          </p:nvPr>
        </p:nvSpPr>
        <p:spPr>
          <a:xfrm>
            <a:off x="228600" y="990600"/>
            <a:ext cx="8686800" cy="2438400"/>
          </a:xfrm>
        </p:spPr>
        <p:txBody>
          <a:bodyPr/>
          <a:lstStyle/>
          <a:p>
            <a:pPr marL="609600" indent="-609600">
              <a:buFont typeface="Monotype Sorts"/>
              <a:buAutoNum type="arabicPeriod"/>
            </a:pPr>
            <a:r>
              <a:rPr lang="en-US" altLang="en-US"/>
              <a:t>Find the smallest number in the list and swaps it with the first number.</a:t>
            </a:r>
          </a:p>
          <a:p>
            <a:pPr marL="609600" indent="-609600">
              <a:buFont typeface="Monotype Sorts"/>
              <a:buAutoNum type="arabicPeriod"/>
            </a:pPr>
            <a:r>
              <a:rPr lang="en-US" altLang="en-US"/>
              <a:t>Ignore the first number and sort the remaining smaller list recursively.</a:t>
            </a:r>
          </a:p>
        </p:txBody>
      </p:sp>
      <p:sp>
        <p:nvSpPr>
          <p:cNvPr id="74754" name="Slide Number Placeholder 4">
            <a:extLst>
              <a:ext uri="{FF2B5EF4-FFF2-40B4-BE49-F238E27FC236}">
                <a16:creationId xmlns:a16="http://schemas.microsoft.com/office/drawing/2014/main" id="{0CD44CEC-C989-4108-98B3-0879877EA31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8684E3F-B736-4A0F-B9D7-50A50F37B403}" type="slidenum">
              <a:rPr lang="en-US" altLang="en-US" sz="1400"/>
              <a:pPr>
                <a:spcBef>
                  <a:spcPct val="0"/>
                </a:spcBef>
                <a:buClrTx/>
                <a:buSzTx/>
                <a:buFontTx/>
                <a:buNone/>
              </a:pPr>
              <a:t>32</a:t>
            </a:fld>
            <a:endParaRPr lang="en-US" altLang="en-US" sz="1400"/>
          </a:p>
        </p:txBody>
      </p:sp>
      <p:sp>
        <p:nvSpPr>
          <p:cNvPr id="74757" name="Rectangle 7">
            <a:hlinkClick r:id="rId3"/>
            <a:extLst>
              <a:ext uri="{FF2B5EF4-FFF2-40B4-BE49-F238E27FC236}">
                <a16:creationId xmlns:a16="http://schemas.microsoft.com/office/drawing/2014/main" id="{4B022576-2C94-4B5B-B6B8-93AFA42F2FDB}"/>
              </a:ext>
            </a:extLst>
          </p:cNvPr>
          <p:cNvSpPr>
            <a:spLocks noChangeArrowheads="1"/>
          </p:cNvSpPr>
          <p:nvPr/>
        </p:nvSpPr>
        <p:spPr bwMode="auto">
          <a:xfrm>
            <a:off x="971550" y="4508500"/>
            <a:ext cx="2587625"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RecursiveSelectionSort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3BEB3E78-10C4-413B-B86B-E8518898AB93}"/>
              </a:ext>
            </a:extLst>
          </p:cNvPr>
          <p:cNvSpPr>
            <a:spLocks noGrp="1"/>
          </p:cNvSpPr>
          <p:nvPr>
            <p:ph type="title"/>
          </p:nvPr>
        </p:nvSpPr>
        <p:spPr/>
        <p:txBody>
          <a:bodyPr/>
          <a:lstStyle/>
          <a:p>
            <a:r>
              <a:rPr lang="en-US" altLang="en-US" dirty="0"/>
              <a:t>Selection Sort</a:t>
            </a:r>
          </a:p>
        </p:txBody>
      </p:sp>
      <p:sp>
        <p:nvSpPr>
          <p:cNvPr id="60419" name="Slide Number Placeholder 3">
            <a:extLst>
              <a:ext uri="{FF2B5EF4-FFF2-40B4-BE49-F238E27FC236}">
                <a16:creationId xmlns:a16="http://schemas.microsoft.com/office/drawing/2014/main" id="{9B977117-4A2D-411C-9894-467FE22557D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4BE1BFC-7D50-4292-8340-64111F2CB9C5}" type="slidenum">
              <a:rPr lang="en-US" altLang="en-US" sz="1200">
                <a:solidFill>
                  <a:schemeClr val="bg1"/>
                </a:solidFill>
                <a:latin typeface="Arial" panose="020B0604020202020204" pitchFamily="34" charset="0"/>
              </a:rPr>
              <a:pPr>
                <a:spcBef>
                  <a:spcPct val="0"/>
                </a:spcBef>
                <a:buFontTx/>
                <a:buNone/>
              </a:pPr>
              <a:t>33</a:t>
            </a:fld>
            <a:endParaRPr lang="en-US" altLang="en-US" sz="1200">
              <a:solidFill>
                <a:schemeClr val="bg1"/>
              </a:solidFill>
              <a:latin typeface="Arial" panose="020B0604020202020204" pitchFamily="34" charset="0"/>
            </a:endParaRPr>
          </a:p>
        </p:txBody>
      </p:sp>
      <p:pic>
        <p:nvPicPr>
          <p:cNvPr id="60420" name="Picture 2">
            <a:extLst>
              <a:ext uri="{FF2B5EF4-FFF2-40B4-BE49-F238E27FC236}">
                <a16:creationId xmlns:a16="http://schemas.microsoft.com/office/drawing/2014/main" id="{DB170DF9-EAD9-4EB9-ABAE-96A05F68DE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263" y="1785938"/>
            <a:ext cx="8061325" cy="415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Footer Placeholder 5">
            <a:extLst>
              <a:ext uri="{FF2B5EF4-FFF2-40B4-BE49-F238E27FC236}">
                <a16:creationId xmlns:a16="http://schemas.microsoft.com/office/drawing/2014/main" id="{5A048072-D717-4999-9404-961B9FB3F1E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chemeClr val="bg1"/>
                </a:solidFill>
                <a:latin typeface="Arial" panose="020B0604020202020204" pitchFamily="34" charset="0"/>
              </a:rPr>
              <a:t>C++ Programming: From Problem Analysis to Program Design, Seventh Edition</a:t>
            </a:r>
          </a:p>
        </p:txBody>
      </p:sp>
      <p:pic>
        <p:nvPicPr>
          <p:cNvPr id="60422" name="Picture 5" descr="fig 8-10 slide 23.JPG">
            <a:extLst>
              <a:ext uri="{FF2B5EF4-FFF2-40B4-BE49-F238E27FC236}">
                <a16:creationId xmlns:a16="http://schemas.microsoft.com/office/drawing/2014/main" id="{1EEEB359-C152-4454-B235-34CB3BE2392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8600" y="5867400"/>
            <a:ext cx="34766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2">
            <a:extLst>
              <a:ext uri="{FF2B5EF4-FFF2-40B4-BE49-F238E27FC236}">
                <a16:creationId xmlns:a16="http://schemas.microsoft.com/office/drawing/2014/main" id="{A0D45908-185B-4118-B126-177D84E0383C}"/>
              </a:ext>
            </a:extLst>
          </p:cNvPr>
          <p:cNvSpPr>
            <a:spLocks noGrp="1" noChangeArrowheads="1"/>
          </p:cNvSpPr>
          <p:nvPr>
            <p:ph type="title"/>
          </p:nvPr>
        </p:nvSpPr>
        <p:spPr>
          <a:xfrm>
            <a:off x="228600" y="0"/>
            <a:ext cx="8763000" cy="990600"/>
          </a:xfrm>
        </p:spPr>
        <p:txBody>
          <a:bodyPr/>
          <a:lstStyle/>
          <a:p>
            <a:r>
              <a:rPr lang="en-US" altLang="en-US"/>
              <a:t>Recursion vs. Iteration</a:t>
            </a:r>
          </a:p>
        </p:txBody>
      </p:sp>
      <p:sp>
        <p:nvSpPr>
          <p:cNvPr id="105476" name="Rectangle 3">
            <a:extLst>
              <a:ext uri="{FF2B5EF4-FFF2-40B4-BE49-F238E27FC236}">
                <a16:creationId xmlns:a16="http://schemas.microsoft.com/office/drawing/2014/main" id="{F98979F8-2E4E-4462-8BA2-AF0F9BC473BF}"/>
              </a:ext>
            </a:extLst>
          </p:cNvPr>
          <p:cNvSpPr>
            <a:spLocks noGrp="1" noChangeArrowheads="1"/>
          </p:cNvSpPr>
          <p:nvPr>
            <p:ph idx="1"/>
          </p:nvPr>
        </p:nvSpPr>
        <p:spPr>
          <a:xfrm>
            <a:off x="381000" y="1066800"/>
            <a:ext cx="8534400" cy="1138238"/>
          </a:xfrm>
        </p:spPr>
        <p:txBody>
          <a:bodyPr/>
          <a:lstStyle/>
          <a:p>
            <a:pPr marL="0" indent="0">
              <a:spcBef>
                <a:spcPct val="0"/>
              </a:spcBef>
              <a:buClrTx/>
              <a:buSzTx/>
              <a:buFontTx/>
              <a:buNone/>
            </a:pPr>
            <a:r>
              <a:rPr lang="en-US" altLang="en-US"/>
              <a:t>Recursion is an alternative form of program control. It is essentially repetition without a loop.</a:t>
            </a:r>
          </a:p>
        </p:txBody>
      </p:sp>
      <p:sp>
        <p:nvSpPr>
          <p:cNvPr id="105474" name="Slide Number Placeholder 4">
            <a:extLst>
              <a:ext uri="{FF2B5EF4-FFF2-40B4-BE49-F238E27FC236}">
                <a16:creationId xmlns:a16="http://schemas.microsoft.com/office/drawing/2014/main" id="{D5703165-60A9-45E4-A47E-4426318F7CB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79142A2-F2C5-4AE3-930C-4F1728B922C8}" type="slidenum">
              <a:rPr lang="en-US" altLang="en-US" sz="1400"/>
              <a:pPr>
                <a:spcBef>
                  <a:spcPct val="0"/>
                </a:spcBef>
                <a:buClrTx/>
                <a:buSzTx/>
                <a:buFontTx/>
                <a:buNone/>
              </a:pPr>
              <a:t>34</a:t>
            </a:fld>
            <a:endParaRPr lang="en-US" altLang="en-US" sz="1400"/>
          </a:p>
        </p:txBody>
      </p:sp>
      <p:sp>
        <p:nvSpPr>
          <p:cNvPr id="105477" name="Rectangle 4">
            <a:extLst>
              <a:ext uri="{FF2B5EF4-FFF2-40B4-BE49-F238E27FC236}">
                <a16:creationId xmlns:a16="http://schemas.microsoft.com/office/drawing/2014/main" id="{95026DC4-8849-4264-9A3F-00A4DF12F468}"/>
              </a:ext>
            </a:extLst>
          </p:cNvPr>
          <p:cNvSpPr>
            <a:spLocks noChangeArrowheads="1"/>
          </p:cNvSpPr>
          <p:nvPr/>
        </p:nvSpPr>
        <p:spPr bwMode="auto">
          <a:xfrm>
            <a:off x="323850" y="2457450"/>
            <a:ext cx="8677275" cy="313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a:t>Recursion bears substantial overhead. Each time the program calls a method, the system must assign space for all of the method’s local variables and parameters. This can consume considerable memory and requires extra time to manage the additional space.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2">
            <a:extLst>
              <a:ext uri="{FF2B5EF4-FFF2-40B4-BE49-F238E27FC236}">
                <a16:creationId xmlns:a16="http://schemas.microsoft.com/office/drawing/2014/main" id="{8882D39C-5A4F-4A30-BCAD-6EA83CC3CE1E}"/>
              </a:ext>
            </a:extLst>
          </p:cNvPr>
          <p:cNvSpPr>
            <a:spLocks noGrp="1" noChangeArrowheads="1"/>
          </p:cNvSpPr>
          <p:nvPr>
            <p:ph type="title"/>
          </p:nvPr>
        </p:nvSpPr>
        <p:spPr>
          <a:xfrm>
            <a:off x="228600" y="0"/>
            <a:ext cx="8763000" cy="990600"/>
          </a:xfrm>
        </p:spPr>
        <p:txBody>
          <a:bodyPr/>
          <a:lstStyle/>
          <a:p>
            <a:r>
              <a:rPr lang="en-US" altLang="en-US"/>
              <a:t>Advantages of Using Recursion</a:t>
            </a:r>
          </a:p>
        </p:txBody>
      </p:sp>
      <p:sp>
        <p:nvSpPr>
          <p:cNvPr id="107522" name="Slide Number Placeholder 4">
            <a:extLst>
              <a:ext uri="{FF2B5EF4-FFF2-40B4-BE49-F238E27FC236}">
                <a16:creationId xmlns:a16="http://schemas.microsoft.com/office/drawing/2014/main" id="{037BB715-3F95-4CFE-BAD4-4CFC388A0BC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639178C-2D99-40C6-B5AA-2BA8B628A8EE}" type="slidenum">
              <a:rPr lang="en-US" altLang="en-US" sz="1400"/>
              <a:pPr>
                <a:spcBef>
                  <a:spcPct val="0"/>
                </a:spcBef>
                <a:buClrTx/>
                <a:buSzTx/>
                <a:buFontTx/>
                <a:buNone/>
              </a:pPr>
              <a:t>35</a:t>
            </a:fld>
            <a:endParaRPr lang="en-US" altLang="en-US" sz="1400"/>
          </a:p>
        </p:txBody>
      </p:sp>
      <p:sp>
        <p:nvSpPr>
          <p:cNvPr id="107524" name="Rectangle 4">
            <a:extLst>
              <a:ext uri="{FF2B5EF4-FFF2-40B4-BE49-F238E27FC236}">
                <a16:creationId xmlns:a16="http://schemas.microsoft.com/office/drawing/2014/main" id="{FB40CDC4-F826-4D34-8F7E-061AB878E7A6}"/>
              </a:ext>
            </a:extLst>
          </p:cNvPr>
          <p:cNvSpPr>
            <a:spLocks noChangeArrowheads="1"/>
          </p:cNvSpPr>
          <p:nvPr/>
        </p:nvSpPr>
        <p:spPr bwMode="auto">
          <a:xfrm>
            <a:off x="215900" y="1304925"/>
            <a:ext cx="8785225" cy="428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a:t>Recursion is good for solving the problems that are inherently recursive.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a:extLst>
              <a:ext uri="{FF2B5EF4-FFF2-40B4-BE49-F238E27FC236}">
                <a16:creationId xmlns:a16="http://schemas.microsoft.com/office/drawing/2014/main" id="{4446BAE7-5BFD-4656-86F7-9AE20C9D1B84}"/>
              </a:ext>
            </a:extLst>
          </p:cNvPr>
          <p:cNvSpPr>
            <a:spLocks noGrp="1" noChangeArrowheads="1"/>
          </p:cNvSpPr>
          <p:nvPr>
            <p:ph type="title"/>
          </p:nvPr>
        </p:nvSpPr>
        <p:spPr>
          <a:xfrm>
            <a:off x="228600" y="0"/>
            <a:ext cx="8763000" cy="990600"/>
          </a:xfrm>
        </p:spPr>
        <p:txBody>
          <a:bodyPr/>
          <a:lstStyle/>
          <a:p>
            <a:r>
              <a:rPr lang="en-US" altLang="en-US"/>
              <a:t>Tail Recursion</a:t>
            </a:r>
          </a:p>
        </p:txBody>
      </p:sp>
      <p:sp>
        <p:nvSpPr>
          <p:cNvPr id="109570" name="Slide Number Placeholder 4">
            <a:extLst>
              <a:ext uri="{FF2B5EF4-FFF2-40B4-BE49-F238E27FC236}">
                <a16:creationId xmlns:a16="http://schemas.microsoft.com/office/drawing/2014/main" id="{13E56AB8-D52A-4AB3-AF33-1CAD907FADD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C9ACAF9-4020-4BE6-9F18-0AE644109D97}" type="slidenum">
              <a:rPr lang="en-US" altLang="en-US" sz="1400"/>
              <a:pPr>
                <a:spcBef>
                  <a:spcPct val="0"/>
                </a:spcBef>
                <a:buClrTx/>
                <a:buSzTx/>
                <a:buFontTx/>
                <a:buNone/>
              </a:pPr>
              <a:t>36</a:t>
            </a:fld>
            <a:endParaRPr lang="en-US" altLang="en-US" sz="1400"/>
          </a:p>
        </p:txBody>
      </p:sp>
      <p:sp>
        <p:nvSpPr>
          <p:cNvPr id="109572" name="Rectangle 3">
            <a:extLst>
              <a:ext uri="{FF2B5EF4-FFF2-40B4-BE49-F238E27FC236}">
                <a16:creationId xmlns:a16="http://schemas.microsoft.com/office/drawing/2014/main" id="{A25AF71C-7DCB-44EF-89C5-AA4DFB34617C}"/>
              </a:ext>
            </a:extLst>
          </p:cNvPr>
          <p:cNvSpPr>
            <a:spLocks noChangeArrowheads="1"/>
          </p:cNvSpPr>
          <p:nvPr/>
        </p:nvSpPr>
        <p:spPr bwMode="auto">
          <a:xfrm>
            <a:off x="215900" y="1304925"/>
            <a:ext cx="8785225" cy="169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a:t>A recursive method is said to be </a:t>
            </a:r>
            <a:r>
              <a:rPr lang="en-US" altLang="en-US" i="1"/>
              <a:t>tail recursive</a:t>
            </a:r>
            <a:r>
              <a:rPr lang="en-US" altLang="en-US"/>
              <a:t> if there are no pending operations to be performed on return from a recursive call.</a:t>
            </a:r>
          </a:p>
        </p:txBody>
      </p:sp>
      <p:sp>
        <p:nvSpPr>
          <p:cNvPr id="109573" name="Rectangle 5">
            <a:extLst>
              <a:ext uri="{FF2B5EF4-FFF2-40B4-BE49-F238E27FC236}">
                <a16:creationId xmlns:a16="http://schemas.microsoft.com/office/drawing/2014/main" id="{FF54C130-0199-44A9-99BE-67DEAE185D97}"/>
              </a:ext>
            </a:extLst>
          </p:cNvPr>
          <p:cNvSpPr>
            <a:spLocks noChangeArrowheads="1"/>
          </p:cNvSpPr>
          <p:nvPr/>
        </p:nvSpPr>
        <p:spPr bwMode="auto">
          <a:xfrm>
            <a:off x="647700" y="3897313"/>
            <a:ext cx="3132138" cy="61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a:t>Non-tail recursive</a:t>
            </a:r>
          </a:p>
        </p:txBody>
      </p:sp>
      <p:sp>
        <p:nvSpPr>
          <p:cNvPr id="109574" name="Rectangle 7">
            <a:extLst>
              <a:ext uri="{FF2B5EF4-FFF2-40B4-BE49-F238E27FC236}">
                <a16:creationId xmlns:a16="http://schemas.microsoft.com/office/drawing/2014/main" id="{F9F30576-F8FC-41CF-9957-68A5FF879A73}"/>
              </a:ext>
            </a:extLst>
          </p:cNvPr>
          <p:cNvSpPr>
            <a:spLocks noChangeArrowheads="1"/>
          </p:cNvSpPr>
          <p:nvPr/>
        </p:nvSpPr>
        <p:spPr bwMode="auto">
          <a:xfrm>
            <a:off x="612775" y="4724400"/>
            <a:ext cx="3132138" cy="61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a:t>Tail recursive</a:t>
            </a:r>
          </a:p>
        </p:txBody>
      </p:sp>
      <p:sp>
        <p:nvSpPr>
          <p:cNvPr id="109575" name="Rectangle 11">
            <a:hlinkClick r:id="rId3"/>
            <a:extLst>
              <a:ext uri="{FF2B5EF4-FFF2-40B4-BE49-F238E27FC236}">
                <a16:creationId xmlns:a16="http://schemas.microsoft.com/office/drawing/2014/main" id="{4E77AAA6-0D53-4382-A843-70CAF8AF6415}"/>
              </a:ext>
            </a:extLst>
          </p:cNvPr>
          <p:cNvSpPr>
            <a:spLocks noChangeArrowheads="1"/>
          </p:cNvSpPr>
          <p:nvPr/>
        </p:nvSpPr>
        <p:spPr bwMode="auto">
          <a:xfrm>
            <a:off x="4319588" y="4076700"/>
            <a:ext cx="2192337"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ComputeFactorial</a:t>
            </a:r>
          </a:p>
        </p:txBody>
      </p:sp>
      <p:sp>
        <p:nvSpPr>
          <p:cNvPr id="109576" name="Rectangle 12">
            <a:hlinkClick r:id="rId4"/>
            <a:extLst>
              <a:ext uri="{FF2B5EF4-FFF2-40B4-BE49-F238E27FC236}">
                <a16:creationId xmlns:a16="http://schemas.microsoft.com/office/drawing/2014/main" id="{34F1D4C7-D9E7-49BB-B316-47B1509D8B23}"/>
              </a:ext>
            </a:extLst>
          </p:cNvPr>
          <p:cNvSpPr>
            <a:spLocks noChangeArrowheads="1"/>
          </p:cNvSpPr>
          <p:nvPr/>
        </p:nvSpPr>
        <p:spPr bwMode="auto">
          <a:xfrm>
            <a:off x="4319588" y="4868863"/>
            <a:ext cx="3452812"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ComputeFactorialTailRecursion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a:extLst>
              <a:ext uri="{FF2B5EF4-FFF2-40B4-BE49-F238E27FC236}">
                <a16:creationId xmlns:a16="http://schemas.microsoft.com/office/drawing/2014/main" id="{4446BAE7-5BFD-4656-86F7-9AE20C9D1B84}"/>
              </a:ext>
            </a:extLst>
          </p:cNvPr>
          <p:cNvSpPr>
            <a:spLocks noGrp="1" noChangeArrowheads="1"/>
          </p:cNvSpPr>
          <p:nvPr>
            <p:ph type="title"/>
          </p:nvPr>
        </p:nvSpPr>
        <p:spPr>
          <a:xfrm>
            <a:off x="228600" y="0"/>
            <a:ext cx="8763000" cy="990600"/>
          </a:xfrm>
        </p:spPr>
        <p:txBody>
          <a:bodyPr/>
          <a:lstStyle/>
          <a:p>
            <a:r>
              <a:rPr lang="en-US" altLang="en-US"/>
              <a:t>Tail Recursion</a:t>
            </a:r>
          </a:p>
        </p:txBody>
      </p:sp>
      <p:sp>
        <p:nvSpPr>
          <p:cNvPr id="109570" name="Slide Number Placeholder 4">
            <a:extLst>
              <a:ext uri="{FF2B5EF4-FFF2-40B4-BE49-F238E27FC236}">
                <a16:creationId xmlns:a16="http://schemas.microsoft.com/office/drawing/2014/main" id="{13E56AB8-D52A-4AB3-AF33-1CAD907FADD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C9ACAF9-4020-4BE6-9F18-0AE644109D97}" type="slidenum">
              <a:rPr lang="en-US" altLang="en-US" sz="1400"/>
              <a:pPr>
                <a:spcBef>
                  <a:spcPct val="0"/>
                </a:spcBef>
                <a:buClrTx/>
                <a:buSzTx/>
                <a:buFontTx/>
                <a:buNone/>
              </a:pPr>
              <a:t>37</a:t>
            </a:fld>
            <a:endParaRPr lang="en-US" altLang="en-US" sz="1400"/>
          </a:p>
        </p:txBody>
      </p:sp>
      <p:sp>
        <p:nvSpPr>
          <p:cNvPr id="109572" name="Rectangle 3">
            <a:extLst>
              <a:ext uri="{FF2B5EF4-FFF2-40B4-BE49-F238E27FC236}">
                <a16:creationId xmlns:a16="http://schemas.microsoft.com/office/drawing/2014/main" id="{A25AF71C-7DCB-44EF-89C5-AA4DFB34617C}"/>
              </a:ext>
            </a:extLst>
          </p:cNvPr>
          <p:cNvSpPr>
            <a:spLocks noChangeArrowheads="1"/>
          </p:cNvSpPr>
          <p:nvPr/>
        </p:nvSpPr>
        <p:spPr bwMode="auto">
          <a:xfrm>
            <a:off x="215900" y="1304925"/>
            <a:ext cx="8785225" cy="169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dirty="0"/>
              <a:t>A recursive method is said to be </a:t>
            </a:r>
            <a:r>
              <a:rPr lang="en-US" altLang="en-US" i="1" dirty="0"/>
              <a:t>tail recursive</a:t>
            </a:r>
            <a:r>
              <a:rPr lang="en-US" altLang="en-US" dirty="0"/>
              <a:t> if there are </a:t>
            </a:r>
            <a:r>
              <a:rPr lang="en-US" altLang="en-US" u="sng" dirty="0"/>
              <a:t>no</a:t>
            </a:r>
            <a:r>
              <a:rPr lang="en-US" altLang="en-US" dirty="0"/>
              <a:t> pending operations to be performed after returning from a recursive call.</a:t>
            </a:r>
          </a:p>
        </p:txBody>
      </p:sp>
      <p:sp>
        <p:nvSpPr>
          <p:cNvPr id="109573" name="Rectangle 5">
            <a:extLst>
              <a:ext uri="{FF2B5EF4-FFF2-40B4-BE49-F238E27FC236}">
                <a16:creationId xmlns:a16="http://schemas.microsoft.com/office/drawing/2014/main" id="{FF54C130-0199-44A9-99BE-67DEAE185D97}"/>
              </a:ext>
            </a:extLst>
          </p:cNvPr>
          <p:cNvSpPr>
            <a:spLocks noChangeArrowheads="1"/>
          </p:cNvSpPr>
          <p:nvPr/>
        </p:nvSpPr>
        <p:spPr bwMode="auto">
          <a:xfrm>
            <a:off x="395536" y="2986645"/>
            <a:ext cx="3744416" cy="3106651"/>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800" b="1" dirty="0"/>
              <a:t>Tail recursive</a:t>
            </a:r>
          </a:p>
          <a:p>
            <a:pPr>
              <a:spcBef>
                <a:spcPct val="0"/>
              </a:spcBef>
              <a:buClrTx/>
              <a:buSzTx/>
              <a:buFontTx/>
              <a:buNone/>
            </a:pPr>
            <a:r>
              <a:rPr lang="en-US" altLang="en-US" sz="2000" dirty="0"/>
              <a:t>public void run(int x )</a:t>
            </a:r>
          </a:p>
          <a:p>
            <a:pPr>
              <a:spcBef>
                <a:spcPct val="0"/>
              </a:spcBef>
              <a:buClrTx/>
              <a:buSzTx/>
              <a:buFontTx/>
              <a:buNone/>
            </a:pPr>
            <a:r>
              <a:rPr lang="en-US" altLang="en-US" sz="2000" dirty="0"/>
              <a:t>{</a:t>
            </a:r>
          </a:p>
          <a:p>
            <a:pPr>
              <a:spcBef>
                <a:spcPct val="0"/>
              </a:spcBef>
              <a:buClrTx/>
              <a:buSzTx/>
              <a:buFontTx/>
              <a:buNone/>
            </a:pPr>
            <a:r>
              <a:rPr lang="en-US" altLang="en-US" sz="2000" dirty="0"/>
              <a:t>      </a:t>
            </a:r>
            <a:r>
              <a:rPr lang="en-US" altLang="en-US" sz="2000" dirty="0" err="1"/>
              <a:t>System.out.println</a:t>
            </a:r>
            <a:r>
              <a:rPr lang="en-US" altLang="en-US" sz="2000" dirty="0"/>
              <a:t>(x);</a:t>
            </a:r>
          </a:p>
          <a:p>
            <a:pPr>
              <a:spcBef>
                <a:spcPct val="0"/>
              </a:spcBef>
              <a:buClrTx/>
              <a:buSzTx/>
              <a:buFontTx/>
              <a:buNone/>
            </a:pPr>
            <a:r>
              <a:rPr lang="en-US" altLang="en-US" sz="2000" dirty="0"/>
              <a:t>      if (x &gt; 0)      </a:t>
            </a:r>
          </a:p>
          <a:p>
            <a:pPr>
              <a:spcBef>
                <a:spcPct val="0"/>
              </a:spcBef>
              <a:buClrTx/>
              <a:buSzTx/>
              <a:buFontTx/>
              <a:buNone/>
            </a:pPr>
            <a:r>
              <a:rPr lang="en-US" altLang="en-US" sz="2000" dirty="0"/>
              <a:t>           run(x-1);</a:t>
            </a:r>
          </a:p>
          <a:p>
            <a:pPr>
              <a:spcBef>
                <a:spcPct val="0"/>
              </a:spcBef>
              <a:buClrTx/>
              <a:buSzTx/>
              <a:buFontTx/>
              <a:buNone/>
            </a:pPr>
            <a:r>
              <a:rPr lang="en-US" altLang="en-US" sz="2000" dirty="0"/>
              <a:t>}</a:t>
            </a:r>
          </a:p>
          <a:p>
            <a:pPr>
              <a:spcBef>
                <a:spcPct val="0"/>
              </a:spcBef>
              <a:buClrTx/>
              <a:buSzTx/>
              <a:buFontTx/>
              <a:buNone/>
            </a:pPr>
            <a:r>
              <a:rPr lang="en-US" altLang="en-US" sz="1800" i="1" dirty="0"/>
              <a:t>(nothing happens after the recursive call in the method)</a:t>
            </a:r>
          </a:p>
        </p:txBody>
      </p:sp>
      <p:sp>
        <p:nvSpPr>
          <p:cNvPr id="9" name="Rectangle 5">
            <a:extLst>
              <a:ext uri="{FF2B5EF4-FFF2-40B4-BE49-F238E27FC236}">
                <a16:creationId xmlns:a16="http://schemas.microsoft.com/office/drawing/2014/main" id="{E22964BE-7932-47B4-BE70-AE21C108EC9B}"/>
              </a:ext>
            </a:extLst>
          </p:cNvPr>
          <p:cNvSpPr>
            <a:spLocks noChangeArrowheads="1"/>
          </p:cNvSpPr>
          <p:nvPr/>
        </p:nvSpPr>
        <p:spPr bwMode="auto">
          <a:xfrm>
            <a:off x="4680992" y="2986644"/>
            <a:ext cx="3744416" cy="3106651"/>
          </a:xfrm>
          <a:prstGeom prst="rect">
            <a:avLst/>
          </a:prstGeom>
          <a:solidFill>
            <a:schemeClr val="bg1"/>
          </a:solidFill>
          <a:ln>
            <a:solidFill>
              <a:schemeClr val="accent1"/>
            </a:solidFill>
          </a:ln>
          <a:effec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800" b="1" dirty="0"/>
              <a:t>Non-tail recursive</a:t>
            </a:r>
          </a:p>
          <a:p>
            <a:pPr>
              <a:spcBef>
                <a:spcPct val="0"/>
              </a:spcBef>
              <a:buClrTx/>
              <a:buSzTx/>
              <a:buFontTx/>
              <a:buNone/>
            </a:pPr>
            <a:r>
              <a:rPr lang="en-US" altLang="en-US" sz="2000" dirty="0"/>
              <a:t>public void run(int x )</a:t>
            </a:r>
          </a:p>
          <a:p>
            <a:pPr>
              <a:spcBef>
                <a:spcPct val="0"/>
              </a:spcBef>
              <a:buClrTx/>
              <a:buSzTx/>
              <a:buFontTx/>
              <a:buNone/>
            </a:pPr>
            <a:r>
              <a:rPr lang="en-US" altLang="en-US" sz="2000" dirty="0"/>
              <a:t>{</a:t>
            </a:r>
          </a:p>
          <a:p>
            <a:pPr>
              <a:spcBef>
                <a:spcPct val="0"/>
              </a:spcBef>
              <a:buClrTx/>
              <a:buSzTx/>
              <a:buFontTx/>
              <a:buNone/>
            </a:pPr>
            <a:r>
              <a:rPr lang="en-US" altLang="en-US" sz="2000" dirty="0"/>
              <a:t>      if (x &gt; 0)</a:t>
            </a:r>
          </a:p>
          <a:p>
            <a:pPr>
              <a:spcBef>
                <a:spcPct val="0"/>
              </a:spcBef>
              <a:buClrTx/>
              <a:buSzTx/>
              <a:buFontTx/>
              <a:buNone/>
            </a:pPr>
            <a:r>
              <a:rPr lang="en-US" altLang="en-US" sz="2000" dirty="0"/>
              <a:t>            run</a:t>
            </a:r>
            <a:r>
              <a:rPr lang="en-US" altLang="en-US" sz="2000"/>
              <a:t>(x-1</a:t>
            </a:r>
            <a:r>
              <a:rPr lang="en-US" altLang="en-US" sz="2000" dirty="0"/>
              <a:t>);</a:t>
            </a:r>
          </a:p>
          <a:p>
            <a:pPr>
              <a:spcBef>
                <a:spcPct val="0"/>
              </a:spcBef>
              <a:buClrTx/>
              <a:buSzTx/>
              <a:buFontTx/>
              <a:buNone/>
            </a:pPr>
            <a:r>
              <a:rPr lang="en-US" altLang="en-US" sz="2000" dirty="0"/>
              <a:t>      </a:t>
            </a:r>
            <a:r>
              <a:rPr lang="en-US" altLang="en-US" sz="2000" dirty="0" err="1"/>
              <a:t>System.out.println</a:t>
            </a:r>
            <a:r>
              <a:rPr lang="en-US" altLang="en-US" sz="2000" dirty="0"/>
              <a:t>(x);      </a:t>
            </a:r>
          </a:p>
          <a:p>
            <a:pPr>
              <a:spcBef>
                <a:spcPct val="0"/>
              </a:spcBef>
              <a:buClrTx/>
              <a:buSzTx/>
              <a:buFontTx/>
              <a:buNone/>
            </a:pPr>
            <a:r>
              <a:rPr lang="en-US" altLang="en-US" sz="2000" dirty="0"/>
              <a:t>}</a:t>
            </a:r>
          </a:p>
          <a:p>
            <a:pPr>
              <a:spcBef>
                <a:spcPct val="0"/>
              </a:spcBef>
              <a:buClrTx/>
              <a:buSzTx/>
              <a:buFontTx/>
              <a:buNone/>
            </a:pPr>
            <a:r>
              <a:rPr lang="en-US" altLang="en-US" sz="1800" i="1" dirty="0"/>
              <a:t>(the print action occurs after the recursive call in the method)</a:t>
            </a:r>
          </a:p>
        </p:txBody>
      </p:sp>
    </p:spTree>
    <p:extLst>
      <p:ext uri="{BB962C8B-B14F-4D97-AF65-F5344CB8AC3E}">
        <p14:creationId xmlns:p14="http://schemas.microsoft.com/office/powerpoint/2010/main" val="760522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a:extLst>
              <a:ext uri="{FF2B5EF4-FFF2-40B4-BE49-F238E27FC236}">
                <a16:creationId xmlns:a16="http://schemas.microsoft.com/office/drawing/2014/main" id="{2FF0F4E8-AE4C-4541-BAE2-2947BAA8F2E4}"/>
              </a:ext>
            </a:extLst>
          </p:cNvPr>
          <p:cNvSpPr>
            <a:spLocks noGrp="1" noChangeArrowheads="1"/>
          </p:cNvSpPr>
          <p:nvPr>
            <p:ph type="title"/>
          </p:nvPr>
        </p:nvSpPr>
        <p:spPr>
          <a:xfrm>
            <a:off x="685800" y="254000"/>
            <a:ext cx="7772400" cy="685800"/>
          </a:xfrm>
        </p:spPr>
        <p:txBody>
          <a:bodyPr/>
          <a:lstStyle/>
          <a:p>
            <a:r>
              <a:rPr lang="en-US" altLang="en-US" sz="4000"/>
              <a:t>Think Recursively</a:t>
            </a:r>
          </a:p>
        </p:txBody>
      </p:sp>
      <p:sp>
        <p:nvSpPr>
          <p:cNvPr id="68612" name="Rectangle 3">
            <a:extLst>
              <a:ext uri="{FF2B5EF4-FFF2-40B4-BE49-F238E27FC236}">
                <a16:creationId xmlns:a16="http://schemas.microsoft.com/office/drawing/2014/main" id="{8766F200-42BF-443A-915D-CD1A28FAE29B}"/>
              </a:ext>
            </a:extLst>
          </p:cNvPr>
          <p:cNvSpPr>
            <a:spLocks noGrp="1" noChangeArrowheads="1"/>
          </p:cNvSpPr>
          <p:nvPr>
            <p:ph idx="1"/>
          </p:nvPr>
        </p:nvSpPr>
        <p:spPr>
          <a:xfrm>
            <a:off x="228600" y="914400"/>
            <a:ext cx="8686800" cy="1981200"/>
          </a:xfrm>
        </p:spPr>
        <p:txBody>
          <a:bodyPr/>
          <a:lstStyle/>
          <a:p>
            <a:pPr marL="0" indent="0">
              <a:lnSpc>
                <a:spcPct val="90000"/>
              </a:lnSpc>
              <a:buFont typeface="Monotype Sorts"/>
              <a:buNone/>
            </a:pPr>
            <a:r>
              <a:rPr lang="en-US" altLang="en-US" sz="2800"/>
              <a:t>Many of the problems presented in the early chapters can be solved using recursion if you </a:t>
            </a:r>
            <a:r>
              <a:rPr lang="en-US" altLang="en-US" sz="2800" i="1"/>
              <a:t>think recursively</a:t>
            </a:r>
            <a:r>
              <a:rPr lang="en-US" altLang="en-US" sz="2800"/>
              <a:t>.  For example, the palindrome problem can be solved recursively as follows:</a:t>
            </a:r>
          </a:p>
        </p:txBody>
      </p:sp>
      <p:sp>
        <p:nvSpPr>
          <p:cNvPr id="68610" name="Slide Number Placeholder 4">
            <a:extLst>
              <a:ext uri="{FF2B5EF4-FFF2-40B4-BE49-F238E27FC236}">
                <a16:creationId xmlns:a16="http://schemas.microsoft.com/office/drawing/2014/main" id="{C4106159-B04E-4F9C-9AEC-9479C30F21D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B5B09B7-008E-4233-BF9E-4285041FC9D9}" type="slidenum">
              <a:rPr lang="en-US" altLang="en-US" sz="1400"/>
              <a:pPr>
                <a:spcBef>
                  <a:spcPct val="0"/>
                </a:spcBef>
                <a:buClrTx/>
                <a:buSzTx/>
                <a:buFontTx/>
                <a:buNone/>
              </a:pPr>
              <a:t>38</a:t>
            </a:fld>
            <a:endParaRPr lang="en-US" altLang="en-US" sz="1400"/>
          </a:p>
        </p:txBody>
      </p:sp>
      <p:sp>
        <p:nvSpPr>
          <p:cNvPr id="68613" name="Rectangle 4">
            <a:extLst>
              <a:ext uri="{FF2B5EF4-FFF2-40B4-BE49-F238E27FC236}">
                <a16:creationId xmlns:a16="http://schemas.microsoft.com/office/drawing/2014/main" id="{D4F696BF-D620-413F-B363-2244713DCEB0}"/>
              </a:ext>
            </a:extLst>
          </p:cNvPr>
          <p:cNvSpPr>
            <a:spLocks noChangeArrowheads="1"/>
          </p:cNvSpPr>
          <p:nvPr/>
        </p:nvSpPr>
        <p:spPr bwMode="auto">
          <a:xfrm>
            <a:off x="457200" y="2673350"/>
            <a:ext cx="8458200" cy="351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000" dirty="0">
                <a:solidFill>
                  <a:schemeClr val="tx2"/>
                </a:solidFill>
              </a:rPr>
              <a:t>public static </a:t>
            </a:r>
            <a:r>
              <a:rPr lang="en-US" altLang="en-US" sz="2000" dirty="0" err="1">
                <a:solidFill>
                  <a:schemeClr val="tx2"/>
                </a:solidFill>
              </a:rPr>
              <a:t>boolean</a:t>
            </a:r>
            <a:r>
              <a:rPr lang="en-US" altLang="en-US" sz="2000" dirty="0">
                <a:solidFill>
                  <a:schemeClr val="tx2"/>
                </a:solidFill>
              </a:rPr>
              <a:t> </a:t>
            </a:r>
            <a:r>
              <a:rPr lang="en-US" altLang="en-US" sz="2000" dirty="0" err="1">
                <a:solidFill>
                  <a:schemeClr val="tx2"/>
                </a:solidFill>
              </a:rPr>
              <a:t>isPalindrome</a:t>
            </a:r>
            <a:r>
              <a:rPr lang="en-US" altLang="en-US" sz="2000" dirty="0">
                <a:solidFill>
                  <a:schemeClr val="tx2"/>
                </a:solidFill>
              </a:rPr>
              <a:t>(String s) </a:t>
            </a:r>
          </a:p>
          <a:p>
            <a:pPr>
              <a:buFont typeface="Monotype Sorts"/>
              <a:buNone/>
            </a:pPr>
            <a:r>
              <a:rPr lang="en-US" altLang="en-US" sz="2000" dirty="0">
                <a:solidFill>
                  <a:schemeClr val="tx2"/>
                </a:solidFill>
              </a:rPr>
              <a:t>{</a:t>
            </a:r>
          </a:p>
          <a:p>
            <a:pPr>
              <a:buFont typeface="Monotype Sorts"/>
              <a:buNone/>
            </a:pPr>
            <a:r>
              <a:rPr lang="en-US" altLang="en-US" sz="2000" dirty="0">
                <a:solidFill>
                  <a:schemeClr val="tx2"/>
                </a:solidFill>
              </a:rPr>
              <a:t>      if (</a:t>
            </a:r>
            <a:r>
              <a:rPr lang="en-US" altLang="en-US" sz="2000" dirty="0" err="1">
                <a:solidFill>
                  <a:schemeClr val="tx2"/>
                </a:solidFill>
              </a:rPr>
              <a:t>s.length</a:t>
            </a:r>
            <a:r>
              <a:rPr lang="en-US" altLang="en-US" sz="2000" dirty="0">
                <a:solidFill>
                  <a:schemeClr val="tx2"/>
                </a:solidFill>
              </a:rPr>
              <a:t>() &lt;= 1) // Base case</a:t>
            </a:r>
          </a:p>
          <a:p>
            <a:pPr>
              <a:buFont typeface="Monotype Sorts"/>
              <a:buNone/>
            </a:pPr>
            <a:r>
              <a:rPr lang="en-US" altLang="en-US" sz="2000" dirty="0">
                <a:solidFill>
                  <a:schemeClr val="tx2"/>
                </a:solidFill>
              </a:rPr>
              <a:t>            return true;</a:t>
            </a:r>
          </a:p>
          <a:p>
            <a:pPr>
              <a:buFont typeface="Monotype Sorts"/>
              <a:buNone/>
            </a:pPr>
            <a:r>
              <a:rPr lang="en-US" altLang="en-US" sz="2000" dirty="0">
                <a:solidFill>
                  <a:schemeClr val="tx2"/>
                </a:solidFill>
              </a:rPr>
              <a:t>      else if (</a:t>
            </a:r>
            <a:r>
              <a:rPr lang="en-US" altLang="en-US" sz="2000" dirty="0" err="1">
                <a:solidFill>
                  <a:schemeClr val="tx2"/>
                </a:solidFill>
              </a:rPr>
              <a:t>s.charAt</a:t>
            </a:r>
            <a:r>
              <a:rPr lang="en-US" altLang="en-US" sz="2000" dirty="0">
                <a:solidFill>
                  <a:schemeClr val="tx2"/>
                </a:solidFill>
              </a:rPr>
              <a:t>(0) != </a:t>
            </a:r>
            <a:r>
              <a:rPr lang="en-US" altLang="en-US" sz="2000" dirty="0" err="1">
                <a:solidFill>
                  <a:schemeClr val="tx2"/>
                </a:solidFill>
              </a:rPr>
              <a:t>s.charAt</a:t>
            </a:r>
            <a:r>
              <a:rPr lang="en-US" altLang="en-US" sz="2000" dirty="0">
                <a:solidFill>
                  <a:schemeClr val="tx2"/>
                </a:solidFill>
              </a:rPr>
              <a:t>(</a:t>
            </a:r>
            <a:r>
              <a:rPr lang="en-US" altLang="en-US" sz="2000" dirty="0" err="1">
                <a:solidFill>
                  <a:schemeClr val="tx2"/>
                </a:solidFill>
              </a:rPr>
              <a:t>s.length</a:t>
            </a:r>
            <a:r>
              <a:rPr lang="en-US" altLang="en-US" sz="2000" dirty="0">
                <a:solidFill>
                  <a:schemeClr val="tx2"/>
                </a:solidFill>
              </a:rPr>
              <a:t>() - 1)) // Base case</a:t>
            </a:r>
          </a:p>
          <a:p>
            <a:pPr>
              <a:buFont typeface="Monotype Sorts"/>
              <a:buNone/>
            </a:pPr>
            <a:r>
              <a:rPr lang="en-US" altLang="en-US" sz="2000" dirty="0">
                <a:solidFill>
                  <a:schemeClr val="tx2"/>
                </a:solidFill>
              </a:rPr>
              <a:t>            return false;</a:t>
            </a:r>
          </a:p>
          <a:p>
            <a:pPr>
              <a:buFont typeface="Monotype Sorts"/>
              <a:buNone/>
            </a:pPr>
            <a:r>
              <a:rPr lang="en-US" altLang="en-US" sz="2000" dirty="0">
                <a:solidFill>
                  <a:schemeClr val="tx2"/>
                </a:solidFill>
              </a:rPr>
              <a:t>      else</a:t>
            </a:r>
          </a:p>
          <a:p>
            <a:pPr>
              <a:buFont typeface="Monotype Sorts"/>
              <a:buNone/>
            </a:pPr>
            <a:r>
              <a:rPr lang="en-US" altLang="en-US" sz="2000" dirty="0">
                <a:solidFill>
                  <a:schemeClr val="tx2"/>
                </a:solidFill>
              </a:rPr>
              <a:t>            return </a:t>
            </a:r>
            <a:r>
              <a:rPr lang="en-US" altLang="en-US" sz="2000" dirty="0" err="1">
                <a:solidFill>
                  <a:schemeClr val="tx2"/>
                </a:solidFill>
              </a:rPr>
              <a:t>isPalindrome</a:t>
            </a:r>
            <a:r>
              <a:rPr lang="en-US" altLang="en-US" sz="2000" dirty="0">
                <a:solidFill>
                  <a:schemeClr val="tx2"/>
                </a:solidFill>
              </a:rPr>
              <a:t>(</a:t>
            </a:r>
            <a:r>
              <a:rPr lang="en-US" altLang="en-US" sz="2000" dirty="0" err="1">
                <a:solidFill>
                  <a:schemeClr val="tx2"/>
                </a:solidFill>
              </a:rPr>
              <a:t>s.substring</a:t>
            </a:r>
            <a:r>
              <a:rPr lang="en-US" altLang="en-US" sz="2000" dirty="0">
                <a:solidFill>
                  <a:schemeClr val="tx2"/>
                </a:solidFill>
              </a:rPr>
              <a:t>(1, </a:t>
            </a:r>
            <a:r>
              <a:rPr lang="en-US" altLang="en-US" sz="2000" dirty="0" err="1">
                <a:solidFill>
                  <a:schemeClr val="tx2"/>
                </a:solidFill>
              </a:rPr>
              <a:t>s.length</a:t>
            </a:r>
            <a:r>
              <a:rPr lang="en-US" altLang="en-US" sz="2000" dirty="0">
                <a:solidFill>
                  <a:schemeClr val="tx2"/>
                </a:solidFill>
              </a:rPr>
              <a:t>() - 1));   </a:t>
            </a:r>
          </a:p>
          <a:p>
            <a:pPr>
              <a:buFont typeface="Monotype Sorts"/>
              <a:buNone/>
            </a:pPr>
            <a:r>
              <a:rPr lang="en-US" altLang="en-US" sz="2000" dirty="0">
                <a:solidFill>
                  <a:schemeClr val="tx2"/>
                </a:solidFill>
              </a:rPr>
              <a:t>}</a:t>
            </a:r>
          </a:p>
        </p:txBody>
      </p:sp>
      <p:sp>
        <p:nvSpPr>
          <p:cNvPr id="68614" name="Rectangle 9">
            <a:hlinkClick r:id="rId3"/>
            <a:extLst>
              <a:ext uri="{FF2B5EF4-FFF2-40B4-BE49-F238E27FC236}">
                <a16:creationId xmlns:a16="http://schemas.microsoft.com/office/drawing/2014/main" id="{876615F8-AB24-44F5-8921-990C7ABF0F1D}"/>
              </a:ext>
            </a:extLst>
          </p:cNvPr>
          <p:cNvSpPr>
            <a:spLocks noChangeArrowheads="1"/>
          </p:cNvSpPr>
          <p:nvPr/>
        </p:nvSpPr>
        <p:spPr bwMode="auto">
          <a:xfrm>
            <a:off x="3311525" y="5918200"/>
            <a:ext cx="406876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RecursivePalindromeUsingSubstring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2">
            <a:extLst>
              <a:ext uri="{FF2B5EF4-FFF2-40B4-BE49-F238E27FC236}">
                <a16:creationId xmlns:a16="http://schemas.microsoft.com/office/drawing/2014/main" id="{FAD91A5C-756E-4BE1-8618-D10506CD2CF9}"/>
              </a:ext>
            </a:extLst>
          </p:cNvPr>
          <p:cNvSpPr>
            <a:spLocks noGrp="1" noChangeArrowheads="1"/>
          </p:cNvSpPr>
          <p:nvPr>
            <p:ph type="title"/>
          </p:nvPr>
        </p:nvSpPr>
        <p:spPr>
          <a:xfrm>
            <a:off x="685800" y="228600"/>
            <a:ext cx="7772400" cy="685800"/>
          </a:xfrm>
        </p:spPr>
        <p:txBody>
          <a:bodyPr/>
          <a:lstStyle/>
          <a:p>
            <a:r>
              <a:rPr lang="en-US" altLang="en-US" sz="4000"/>
              <a:t>Recursive Helper Methods</a:t>
            </a:r>
          </a:p>
        </p:txBody>
      </p:sp>
      <p:sp>
        <p:nvSpPr>
          <p:cNvPr id="70660" name="Rectangle 3">
            <a:extLst>
              <a:ext uri="{FF2B5EF4-FFF2-40B4-BE49-F238E27FC236}">
                <a16:creationId xmlns:a16="http://schemas.microsoft.com/office/drawing/2014/main" id="{DDB9DECA-DC15-4A52-BF90-B8EDA3D9852D}"/>
              </a:ext>
            </a:extLst>
          </p:cNvPr>
          <p:cNvSpPr>
            <a:spLocks noGrp="1" noChangeArrowheads="1"/>
          </p:cNvSpPr>
          <p:nvPr>
            <p:ph idx="1"/>
          </p:nvPr>
        </p:nvSpPr>
        <p:spPr>
          <a:xfrm>
            <a:off x="228600" y="1371600"/>
            <a:ext cx="8686800" cy="3482975"/>
          </a:xfrm>
        </p:spPr>
        <p:txBody>
          <a:bodyPr/>
          <a:lstStyle/>
          <a:p>
            <a:pPr marL="0" indent="0">
              <a:lnSpc>
                <a:spcPct val="150000"/>
              </a:lnSpc>
              <a:buFont typeface="Monotype Sorts"/>
              <a:buNone/>
            </a:pPr>
            <a:r>
              <a:rPr lang="en-US" altLang="en-US" sz="3000"/>
              <a:t>Sometimes you can find a solution by defining a recursive method to a problem similar to the original problem. This new method is called a recursive helper method. The original method can be solved by invoking the recursive helper method.</a:t>
            </a:r>
          </a:p>
        </p:txBody>
      </p:sp>
      <p:sp>
        <p:nvSpPr>
          <p:cNvPr id="70658" name="Slide Number Placeholder 4">
            <a:extLst>
              <a:ext uri="{FF2B5EF4-FFF2-40B4-BE49-F238E27FC236}">
                <a16:creationId xmlns:a16="http://schemas.microsoft.com/office/drawing/2014/main" id="{26878326-6062-4589-B885-80D90A262CB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703892F-4BEE-430C-844E-90089C5FCF7E}" type="slidenum">
              <a:rPr lang="en-US" altLang="en-US" sz="1400"/>
              <a:pPr>
                <a:spcBef>
                  <a:spcPct val="0"/>
                </a:spcBef>
                <a:buClrTx/>
                <a:buSzTx/>
                <a:buFontTx/>
                <a:buNone/>
              </a:pPr>
              <a:t>39</a:t>
            </a:fld>
            <a:endParaRPr lang="en-US" altLang="en-US" sz="1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a:extLst>
              <a:ext uri="{FF2B5EF4-FFF2-40B4-BE49-F238E27FC236}">
                <a16:creationId xmlns:a16="http://schemas.microsoft.com/office/drawing/2014/main" id="{53150BAA-9289-4AA4-AB1C-BA2CE7F93B60}"/>
              </a:ext>
            </a:extLst>
          </p:cNvPr>
          <p:cNvSpPr>
            <a:spLocks noGrp="1" noChangeArrowheads="1"/>
          </p:cNvSpPr>
          <p:nvPr>
            <p:ph type="title"/>
          </p:nvPr>
        </p:nvSpPr>
        <p:spPr>
          <a:xfrm>
            <a:off x="685800" y="228600"/>
            <a:ext cx="7772400" cy="685800"/>
          </a:xfrm>
        </p:spPr>
        <p:txBody>
          <a:bodyPr/>
          <a:lstStyle/>
          <a:p>
            <a:r>
              <a:rPr lang="en-US" altLang="en-US" sz="4000"/>
              <a:t>Recursive Helper Methods</a:t>
            </a:r>
          </a:p>
        </p:txBody>
      </p:sp>
      <p:sp>
        <p:nvSpPr>
          <p:cNvPr id="72708" name="Rectangle 3">
            <a:extLst>
              <a:ext uri="{FF2B5EF4-FFF2-40B4-BE49-F238E27FC236}">
                <a16:creationId xmlns:a16="http://schemas.microsoft.com/office/drawing/2014/main" id="{F06136C3-6581-4CEC-8CD7-8A0CCC2637CF}"/>
              </a:ext>
            </a:extLst>
          </p:cNvPr>
          <p:cNvSpPr>
            <a:spLocks noGrp="1" noChangeArrowheads="1"/>
          </p:cNvSpPr>
          <p:nvPr>
            <p:ph idx="1"/>
          </p:nvPr>
        </p:nvSpPr>
        <p:spPr>
          <a:xfrm>
            <a:off x="228600" y="990600"/>
            <a:ext cx="8686800" cy="1524000"/>
          </a:xfrm>
        </p:spPr>
        <p:txBody>
          <a:bodyPr/>
          <a:lstStyle/>
          <a:p>
            <a:pPr marL="0" indent="0">
              <a:lnSpc>
                <a:spcPct val="90000"/>
              </a:lnSpc>
              <a:buFont typeface="Monotype Sorts"/>
              <a:buNone/>
            </a:pPr>
            <a:r>
              <a:rPr lang="en-US" altLang="en-US" sz="2800"/>
              <a:t>The preceding recursive isPalindrome method is not efficient, because it creates a new string for every recursive call. To avoid creating new strings, use a helper method:</a:t>
            </a:r>
          </a:p>
        </p:txBody>
      </p:sp>
      <p:sp>
        <p:nvSpPr>
          <p:cNvPr id="72706" name="Slide Number Placeholder 4">
            <a:extLst>
              <a:ext uri="{FF2B5EF4-FFF2-40B4-BE49-F238E27FC236}">
                <a16:creationId xmlns:a16="http://schemas.microsoft.com/office/drawing/2014/main" id="{90997781-5C21-4B92-9163-C3E2A907729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23EA837-B1BA-46FA-9045-10A5F7B4A612}" type="slidenum">
              <a:rPr lang="en-US" altLang="en-US" sz="1400"/>
              <a:pPr>
                <a:spcBef>
                  <a:spcPct val="0"/>
                </a:spcBef>
                <a:buClrTx/>
                <a:buSzTx/>
                <a:buFontTx/>
                <a:buNone/>
              </a:pPr>
              <a:t>40</a:t>
            </a:fld>
            <a:endParaRPr lang="en-US" altLang="en-US" sz="1400"/>
          </a:p>
        </p:txBody>
      </p:sp>
      <p:sp>
        <p:nvSpPr>
          <p:cNvPr id="72709" name="Rectangle 4">
            <a:extLst>
              <a:ext uri="{FF2B5EF4-FFF2-40B4-BE49-F238E27FC236}">
                <a16:creationId xmlns:a16="http://schemas.microsoft.com/office/drawing/2014/main" id="{67B2D2A7-7EAA-4139-A7E7-882F7FEF54A7}"/>
              </a:ext>
            </a:extLst>
          </p:cNvPr>
          <p:cNvSpPr>
            <a:spLocks noChangeArrowheads="1"/>
          </p:cNvSpPr>
          <p:nvPr/>
        </p:nvSpPr>
        <p:spPr bwMode="auto">
          <a:xfrm>
            <a:off x="381000" y="2238375"/>
            <a:ext cx="81534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000">
                <a:solidFill>
                  <a:schemeClr val="tx2"/>
                </a:solidFill>
              </a:rPr>
              <a:t>public static boolean isPalindrome(String s) {</a:t>
            </a:r>
          </a:p>
          <a:p>
            <a:pPr>
              <a:buFont typeface="Monotype Sorts"/>
              <a:buNone/>
            </a:pPr>
            <a:r>
              <a:rPr lang="en-US" altLang="en-US" sz="2000">
                <a:solidFill>
                  <a:schemeClr val="tx2"/>
                </a:solidFill>
              </a:rPr>
              <a:t>  return isPalindrome(s, 0, s.length() - 1);</a:t>
            </a:r>
          </a:p>
          <a:p>
            <a:pPr>
              <a:buFont typeface="Monotype Sorts"/>
              <a:buNone/>
            </a:pPr>
            <a:r>
              <a:rPr lang="en-US" altLang="en-US" sz="2000">
                <a:solidFill>
                  <a:schemeClr val="tx2"/>
                </a:solidFill>
              </a:rPr>
              <a:t>}</a:t>
            </a:r>
          </a:p>
          <a:p>
            <a:pPr>
              <a:buFont typeface="Monotype Sorts"/>
              <a:buNone/>
            </a:pPr>
            <a:r>
              <a:rPr lang="en-US" altLang="en-US" sz="2000">
                <a:solidFill>
                  <a:schemeClr val="tx2"/>
                </a:solidFill>
              </a:rPr>
              <a:t>public static boolean isPalindrome(String s, int low, int high) {</a:t>
            </a:r>
          </a:p>
          <a:p>
            <a:pPr>
              <a:buFont typeface="Monotype Sorts"/>
              <a:buNone/>
            </a:pPr>
            <a:r>
              <a:rPr lang="en-US" altLang="en-US" sz="2000">
                <a:solidFill>
                  <a:schemeClr val="tx2"/>
                </a:solidFill>
              </a:rPr>
              <a:t>  if (high &lt;= low) // Base case</a:t>
            </a:r>
          </a:p>
          <a:p>
            <a:pPr>
              <a:buFont typeface="Monotype Sorts"/>
              <a:buNone/>
            </a:pPr>
            <a:r>
              <a:rPr lang="en-US" altLang="en-US" sz="2000">
                <a:solidFill>
                  <a:schemeClr val="tx2"/>
                </a:solidFill>
              </a:rPr>
              <a:t>    return true;</a:t>
            </a:r>
          </a:p>
          <a:p>
            <a:pPr>
              <a:buFont typeface="Monotype Sorts"/>
              <a:buNone/>
            </a:pPr>
            <a:r>
              <a:rPr lang="en-US" altLang="en-US" sz="2000">
                <a:solidFill>
                  <a:schemeClr val="tx2"/>
                </a:solidFill>
              </a:rPr>
              <a:t>  else if (s.charAt(low) != s.charAt(high)) // Base case</a:t>
            </a:r>
          </a:p>
          <a:p>
            <a:pPr>
              <a:buFont typeface="Monotype Sorts"/>
              <a:buNone/>
            </a:pPr>
            <a:r>
              <a:rPr lang="en-US" altLang="en-US" sz="2000">
                <a:solidFill>
                  <a:schemeClr val="tx2"/>
                </a:solidFill>
              </a:rPr>
              <a:t>    return false;</a:t>
            </a:r>
          </a:p>
          <a:p>
            <a:pPr>
              <a:buFont typeface="Monotype Sorts"/>
              <a:buNone/>
            </a:pPr>
            <a:r>
              <a:rPr lang="en-US" altLang="en-US" sz="2000">
                <a:solidFill>
                  <a:schemeClr val="tx2"/>
                </a:solidFill>
              </a:rPr>
              <a:t>  else</a:t>
            </a:r>
          </a:p>
          <a:p>
            <a:pPr>
              <a:buFont typeface="Monotype Sorts"/>
              <a:buNone/>
            </a:pPr>
            <a:r>
              <a:rPr lang="en-US" altLang="en-US" sz="2000">
                <a:solidFill>
                  <a:schemeClr val="tx2"/>
                </a:solidFill>
              </a:rPr>
              <a:t>    return isPalindrome(s, low + 1, high - 1);</a:t>
            </a:r>
          </a:p>
          <a:p>
            <a:pPr>
              <a:buFont typeface="Monotype Sorts"/>
              <a:buNone/>
            </a:pPr>
            <a:r>
              <a:rPr lang="en-US" altLang="en-US" sz="2000">
                <a:solidFill>
                  <a:schemeClr val="tx2"/>
                </a:solidFill>
              </a:rPr>
              <a:t>}</a:t>
            </a:r>
          </a:p>
        </p:txBody>
      </p:sp>
      <p:sp>
        <p:nvSpPr>
          <p:cNvPr id="72710" name="Rectangle 9">
            <a:hlinkClick r:id="rId3"/>
            <a:extLst>
              <a:ext uri="{FF2B5EF4-FFF2-40B4-BE49-F238E27FC236}">
                <a16:creationId xmlns:a16="http://schemas.microsoft.com/office/drawing/2014/main" id="{51451550-4EFB-40BF-B615-8C14D515A18A}"/>
              </a:ext>
            </a:extLst>
          </p:cNvPr>
          <p:cNvSpPr>
            <a:spLocks noChangeArrowheads="1"/>
          </p:cNvSpPr>
          <p:nvPr/>
        </p:nvSpPr>
        <p:spPr bwMode="auto">
          <a:xfrm>
            <a:off x="5292725" y="5969000"/>
            <a:ext cx="26273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RecursivePalindrome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a:extLst>
              <a:ext uri="{FF2B5EF4-FFF2-40B4-BE49-F238E27FC236}">
                <a16:creationId xmlns:a16="http://schemas.microsoft.com/office/drawing/2014/main" id="{485B8B37-1D2A-4EE4-828E-79D3B9E36228}"/>
              </a:ext>
            </a:extLst>
          </p:cNvPr>
          <p:cNvSpPr>
            <a:spLocks noGrp="1" noChangeArrowheads="1"/>
          </p:cNvSpPr>
          <p:nvPr>
            <p:ph type="title"/>
          </p:nvPr>
        </p:nvSpPr>
        <p:spPr>
          <a:xfrm>
            <a:off x="685800" y="228600"/>
            <a:ext cx="7772400" cy="685800"/>
          </a:xfrm>
        </p:spPr>
        <p:txBody>
          <a:bodyPr/>
          <a:lstStyle/>
          <a:p>
            <a:r>
              <a:rPr lang="en-US" altLang="en-US"/>
              <a:t>Recursive Binary Search</a:t>
            </a:r>
          </a:p>
        </p:txBody>
      </p:sp>
      <p:sp>
        <p:nvSpPr>
          <p:cNvPr id="76804" name="Rectangle 4">
            <a:extLst>
              <a:ext uri="{FF2B5EF4-FFF2-40B4-BE49-F238E27FC236}">
                <a16:creationId xmlns:a16="http://schemas.microsoft.com/office/drawing/2014/main" id="{7E8DBFA5-DBCA-4F32-9183-20F0B6ADB7D6}"/>
              </a:ext>
            </a:extLst>
          </p:cNvPr>
          <p:cNvSpPr>
            <a:spLocks noGrp="1" noChangeArrowheads="1"/>
          </p:cNvSpPr>
          <p:nvPr>
            <p:ph idx="1"/>
          </p:nvPr>
        </p:nvSpPr>
        <p:spPr>
          <a:xfrm>
            <a:off x="228600" y="1219200"/>
            <a:ext cx="8686800" cy="3048000"/>
          </a:xfrm>
        </p:spPr>
        <p:txBody>
          <a:bodyPr/>
          <a:lstStyle/>
          <a:p>
            <a:pPr marL="609600" indent="-609600">
              <a:lnSpc>
                <a:spcPct val="90000"/>
              </a:lnSpc>
              <a:buFont typeface="Monotype Sorts"/>
              <a:buAutoNum type="arabicPeriod"/>
            </a:pPr>
            <a:r>
              <a:rPr lang="en-US" altLang="en-US" sz="2800"/>
              <a:t>Case 1: If the key is less than the middle element, recursively search the key in the first half of the array.</a:t>
            </a:r>
          </a:p>
          <a:p>
            <a:pPr marL="609600" indent="-609600">
              <a:lnSpc>
                <a:spcPct val="90000"/>
              </a:lnSpc>
              <a:buFont typeface="Monotype Sorts"/>
              <a:buAutoNum type="arabicPeriod"/>
            </a:pPr>
            <a:r>
              <a:rPr lang="en-US" altLang="en-US" sz="2800"/>
              <a:t>Case 2: If the key is equal to the middle element, the search ends with a match.</a:t>
            </a:r>
          </a:p>
          <a:p>
            <a:pPr marL="609600" indent="-609600">
              <a:lnSpc>
                <a:spcPct val="90000"/>
              </a:lnSpc>
              <a:buFont typeface="Monotype Sorts"/>
              <a:buAutoNum type="arabicPeriod"/>
            </a:pPr>
            <a:r>
              <a:rPr lang="en-US" altLang="en-US" sz="2800"/>
              <a:t>Case 3: If the key is greater than the middle element, recursively search the key in the second half of the array.</a:t>
            </a:r>
          </a:p>
        </p:txBody>
      </p:sp>
      <p:sp>
        <p:nvSpPr>
          <p:cNvPr id="76802" name="Slide Number Placeholder 4">
            <a:extLst>
              <a:ext uri="{FF2B5EF4-FFF2-40B4-BE49-F238E27FC236}">
                <a16:creationId xmlns:a16="http://schemas.microsoft.com/office/drawing/2014/main" id="{9099F243-F2BF-49D4-AEE8-300E771AF06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864E1FC-3275-4CBF-9A2B-EE2A243DEA94}" type="slidenum">
              <a:rPr lang="en-US" altLang="en-US" sz="1400"/>
              <a:pPr>
                <a:spcBef>
                  <a:spcPct val="0"/>
                </a:spcBef>
                <a:buClrTx/>
                <a:buSzTx/>
                <a:buFontTx/>
                <a:buNone/>
              </a:pPr>
              <a:t>41</a:t>
            </a:fld>
            <a:endParaRPr lang="en-US" altLang="en-US" sz="1400"/>
          </a:p>
        </p:txBody>
      </p:sp>
      <p:sp>
        <p:nvSpPr>
          <p:cNvPr id="76805" name="Rectangle 6">
            <a:hlinkClick r:id="rId3"/>
            <a:extLst>
              <a:ext uri="{FF2B5EF4-FFF2-40B4-BE49-F238E27FC236}">
                <a16:creationId xmlns:a16="http://schemas.microsoft.com/office/drawing/2014/main" id="{87FC41FD-6A53-4066-95E4-14B1F69CA18A}"/>
              </a:ext>
            </a:extLst>
          </p:cNvPr>
          <p:cNvSpPr>
            <a:spLocks noChangeArrowheads="1"/>
          </p:cNvSpPr>
          <p:nvPr/>
        </p:nvSpPr>
        <p:spPr bwMode="auto">
          <a:xfrm>
            <a:off x="935038" y="4889500"/>
            <a:ext cx="2587625"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RecursiveBinarySearch</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a:extLst>
              <a:ext uri="{FF2B5EF4-FFF2-40B4-BE49-F238E27FC236}">
                <a16:creationId xmlns:a16="http://schemas.microsoft.com/office/drawing/2014/main" id="{BBF21EA2-CAF4-4A9B-A0B5-DCE5998666EB}"/>
              </a:ext>
            </a:extLst>
          </p:cNvPr>
          <p:cNvSpPr>
            <a:spLocks noGrp="1" noChangeArrowheads="1"/>
          </p:cNvSpPr>
          <p:nvPr>
            <p:ph type="title"/>
          </p:nvPr>
        </p:nvSpPr>
        <p:spPr>
          <a:xfrm>
            <a:off x="685800" y="152400"/>
            <a:ext cx="7772400" cy="533400"/>
          </a:xfrm>
        </p:spPr>
        <p:txBody>
          <a:bodyPr/>
          <a:lstStyle/>
          <a:p>
            <a:r>
              <a:rPr lang="en-US" altLang="en-US"/>
              <a:t>Recursive Implementation</a:t>
            </a:r>
            <a:endParaRPr lang="en-US" altLang="en-US" u="sng">
              <a:latin typeface="Book Antiqua" panose="02040602050305030304" pitchFamily="18" charset="0"/>
              <a:hlinkClick r:id="rId2" action="ppaction://program"/>
            </a:endParaRPr>
          </a:p>
        </p:txBody>
      </p:sp>
      <p:sp>
        <p:nvSpPr>
          <p:cNvPr id="78852" name="Rectangle 3">
            <a:extLst>
              <a:ext uri="{FF2B5EF4-FFF2-40B4-BE49-F238E27FC236}">
                <a16:creationId xmlns:a16="http://schemas.microsoft.com/office/drawing/2014/main" id="{799B7CA5-0689-404D-8F0A-9F296CB4C3F8}"/>
              </a:ext>
            </a:extLst>
          </p:cNvPr>
          <p:cNvSpPr>
            <a:spLocks noGrp="1" noChangeArrowheads="1"/>
          </p:cNvSpPr>
          <p:nvPr>
            <p:ph idx="1"/>
          </p:nvPr>
        </p:nvSpPr>
        <p:spPr>
          <a:xfrm>
            <a:off x="381000" y="914400"/>
            <a:ext cx="8610600" cy="5562600"/>
          </a:xfrm>
        </p:spPr>
        <p:txBody>
          <a:bodyPr/>
          <a:lstStyle/>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 Use binary search to find the key in the list */</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public static int recursiveBinarySearch(int[] list, int key) {</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  int low = 0;</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  int high = list.length - 1;</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  return recursiveBinarySearch(list, key, low, high);</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cs typeface="Courier New" panose="02070309020205020404" pitchFamily="49" charset="0"/>
              </a:rPr>
              <a:t> </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 Use binary search to find the key in the list between</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    list[low] list[high] */</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public static int recursiveBinarySearch(int[] list, int key,</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  int low, int high) {</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  if (low &gt; high)  // The list has been exhausted without a match</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    return -low - 1;</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cs typeface="Courier New" panose="02070309020205020404" pitchFamily="49" charset="0"/>
              </a:rPr>
              <a:t> </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  int mid = (low + high) / 2;</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  if (key &lt; list[mid])</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    return recursiveBinarySearch(list, key, low, mid - 1);</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  else if (key == list[mid])</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    return mid;</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  else</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    return recursiveBinarySearch(list, key, mid + 1, high);</a:t>
            </a:r>
            <a:endParaRPr lang="en-US" altLang="en-US" sz="1500" b="1">
              <a:solidFill>
                <a:schemeClr val="tx2"/>
              </a:solidFill>
              <a:latin typeface="Courier"/>
              <a:cs typeface="Times New Roman" panose="02020603050405020304" pitchFamily="18" charset="0"/>
            </a:endParaRPr>
          </a:p>
          <a:p>
            <a:pPr marL="0" indent="0">
              <a:lnSpc>
                <a:spcPct val="90000"/>
              </a:lnSpc>
              <a:buFont typeface="Monotype Sorts"/>
              <a:buNone/>
            </a:pPr>
            <a:r>
              <a:rPr lang="en-US" altLang="en-US" sz="1500" b="1">
                <a:solidFill>
                  <a:schemeClr val="tx2"/>
                </a:solidFill>
                <a:latin typeface="Courier New" panose="02070309020205020404" pitchFamily="49" charset="0"/>
                <a:cs typeface="Courier New" panose="02070309020205020404" pitchFamily="49" charset="0"/>
              </a:rPr>
              <a:t>}</a:t>
            </a:r>
          </a:p>
        </p:txBody>
      </p:sp>
      <p:sp>
        <p:nvSpPr>
          <p:cNvPr id="78850" name="Slide Number Placeholder 4">
            <a:extLst>
              <a:ext uri="{FF2B5EF4-FFF2-40B4-BE49-F238E27FC236}">
                <a16:creationId xmlns:a16="http://schemas.microsoft.com/office/drawing/2014/main" id="{D870C849-1F46-41A2-BAB5-1E295C5A57E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6A52A3B-91A7-4E11-804E-89FB940F09AB}" type="slidenum">
              <a:rPr lang="en-US" altLang="en-US" sz="1400"/>
              <a:pPr>
                <a:spcBef>
                  <a:spcPct val="0"/>
                </a:spcBef>
                <a:buClrTx/>
                <a:buSzTx/>
                <a:buFontTx/>
                <a:buNone/>
              </a:pPr>
              <a:t>42</a:t>
            </a:fld>
            <a:endParaRPr lang="en-US" altLang="en-US" sz="14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2">
            <a:extLst>
              <a:ext uri="{FF2B5EF4-FFF2-40B4-BE49-F238E27FC236}">
                <a16:creationId xmlns:a16="http://schemas.microsoft.com/office/drawing/2014/main" id="{F174A0A0-65BB-438E-85A5-F78737B3DA3A}"/>
              </a:ext>
            </a:extLst>
          </p:cNvPr>
          <p:cNvSpPr>
            <a:spLocks noGrp="1" noChangeArrowheads="1"/>
          </p:cNvSpPr>
          <p:nvPr>
            <p:ph type="title"/>
          </p:nvPr>
        </p:nvSpPr>
        <p:spPr>
          <a:xfrm>
            <a:off x="685800" y="152400"/>
            <a:ext cx="7772400" cy="684213"/>
          </a:xfrm>
        </p:spPr>
        <p:txBody>
          <a:bodyPr/>
          <a:lstStyle/>
          <a:p>
            <a:r>
              <a:rPr lang="en-US" altLang="en-US" sz="4000"/>
              <a:t>Directory Size</a:t>
            </a:r>
            <a:endParaRPr lang="en-US" altLang="en-US" sz="4000">
              <a:solidFill>
                <a:schemeClr val="tx1"/>
              </a:solidFill>
            </a:endParaRPr>
          </a:p>
        </p:txBody>
      </p:sp>
      <p:sp>
        <p:nvSpPr>
          <p:cNvPr id="79876" name="Rectangle 3">
            <a:extLst>
              <a:ext uri="{FF2B5EF4-FFF2-40B4-BE49-F238E27FC236}">
                <a16:creationId xmlns:a16="http://schemas.microsoft.com/office/drawing/2014/main" id="{F5792BD3-FFE3-4655-A2F8-BD2BC739DA22}"/>
              </a:ext>
            </a:extLst>
          </p:cNvPr>
          <p:cNvSpPr>
            <a:spLocks noGrp="1" noChangeArrowheads="1"/>
          </p:cNvSpPr>
          <p:nvPr>
            <p:ph idx="1"/>
          </p:nvPr>
        </p:nvSpPr>
        <p:spPr>
          <a:xfrm>
            <a:off x="107950" y="969963"/>
            <a:ext cx="8675688" cy="3240087"/>
          </a:xfrm>
        </p:spPr>
        <p:txBody>
          <a:bodyPr/>
          <a:lstStyle/>
          <a:p>
            <a:pPr>
              <a:lnSpc>
                <a:spcPct val="90000"/>
              </a:lnSpc>
              <a:spcBef>
                <a:spcPct val="0"/>
              </a:spcBef>
              <a:buFont typeface="Monotype Sorts"/>
              <a:buNone/>
            </a:pPr>
            <a:r>
              <a:rPr lang="en-US" altLang="en-US" sz="2800"/>
              <a:t>    The preceding examples can easily be solved without using recursion. This section presents a problem that is difficult to solve without using recursion. The problem is to find the size of a directory. The size of a directory is the sum of the sizes of all files in the directory. A directory  may contain subdirectories. Suppose a directory contains files , , ..., , and subdirectories , , ..., , as shown below.</a:t>
            </a:r>
          </a:p>
        </p:txBody>
      </p:sp>
      <p:sp>
        <p:nvSpPr>
          <p:cNvPr id="79874" name="Slide Number Placeholder 4">
            <a:extLst>
              <a:ext uri="{FF2B5EF4-FFF2-40B4-BE49-F238E27FC236}">
                <a16:creationId xmlns:a16="http://schemas.microsoft.com/office/drawing/2014/main" id="{C94A617E-49DB-4D74-A60A-6E0D59B47E2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E2E9C33-4FCE-40F3-B3B9-42D7AEB8771E}" type="slidenum">
              <a:rPr lang="en-US" altLang="en-US" sz="1400"/>
              <a:pPr>
                <a:spcBef>
                  <a:spcPct val="0"/>
                </a:spcBef>
                <a:buClrTx/>
                <a:buSzTx/>
                <a:buFontTx/>
                <a:buNone/>
              </a:pPr>
              <a:t>43</a:t>
            </a:fld>
            <a:endParaRPr lang="en-US" altLang="en-US" sz="1400"/>
          </a:p>
        </p:txBody>
      </p:sp>
      <p:graphicFrame>
        <p:nvGraphicFramePr>
          <p:cNvPr id="79878" name="Object 4">
            <a:extLst>
              <a:ext uri="{FF2B5EF4-FFF2-40B4-BE49-F238E27FC236}">
                <a16:creationId xmlns:a16="http://schemas.microsoft.com/office/drawing/2014/main" id="{A8EF27A4-CE79-43F3-ADD1-A8C918EEF2D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62439296"/>
              </p:ext>
            </p:extLst>
          </p:nvPr>
        </p:nvGraphicFramePr>
        <p:xfrm>
          <a:off x="971550" y="4113213"/>
          <a:ext cx="7380288" cy="2254250"/>
        </p:xfrm>
        <a:graphic>
          <a:graphicData uri="http://schemas.openxmlformats.org/presentationml/2006/ole">
            <mc:AlternateContent xmlns:mc="http://schemas.openxmlformats.org/markup-compatibility/2006">
              <mc:Choice xmlns:v="urn:schemas-microsoft-com:vml" Requires="v">
                <p:oleObj name="Picture" r:id="rId3" imgW="5313430" imgH="1623469" progId="Word.Picture.8">
                  <p:embed/>
                </p:oleObj>
              </mc:Choice>
              <mc:Fallback>
                <p:oleObj name="Picture" r:id="rId3" imgW="5313430" imgH="1623469" progId="Word.Picture.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4113213"/>
                        <a:ext cx="7380288" cy="225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2">
            <a:extLst>
              <a:ext uri="{FF2B5EF4-FFF2-40B4-BE49-F238E27FC236}">
                <a16:creationId xmlns:a16="http://schemas.microsoft.com/office/drawing/2014/main" id="{77C0EAE5-0E75-4764-A0B5-F9156A6731B9}"/>
              </a:ext>
            </a:extLst>
          </p:cNvPr>
          <p:cNvSpPr>
            <a:spLocks noGrp="1" noChangeArrowheads="1"/>
          </p:cNvSpPr>
          <p:nvPr>
            <p:ph type="title"/>
          </p:nvPr>
        </p:nvSpPr>
        <p:spPr>
          <a:xfrm>
            <a:off x="685800" y="152400"/>
            <a:ext cx="7772400" cy="684213"/>
          </a:xfrm>
        </p:spPr>
        <p:txBody>
          <a:bodyPr/>
          <a:lstStyle/>
          <a:p>
            <a:r>
              <a:rPr lang="en-US" altLang="en-US" sz="4000"/>
              <a:t>Directory Size</a:t>
            </a:r>
            <a:endParaRPr lang="en-US" altLang="en-US" sz="4000">
              <a:solidFill>
                <a:schemeClr val="tx1"/>
              </a:solidFill>
            </a:endParaRPr>
          </a:p>
        </p:txBody>
      </p:sp>
      <p:sp>
        <p:nvSpPr>
          <p:cNvPr id="81924" name="Rectangle 3">
            <a:extLst>
              <a:ext uri="{FF2B5EF4-FFF2-40B4-BE49-F238E27FC236}">
                <a16:creationId xmlns:a16="http://schemas.microsoft.com/office/drawing/2014/main" id="{6DFE7697-CC19-415C-B735-E1F8197BC409}"/>
              </a:ext>
            </a:extLst>
          </p:cNvPr>
          <p:cNvSpPr>
            <a:spLocks noGrp="1" noChangeArrowheads="1"/>
          </p:cNvSpPr>
          <p:nvPr>
            <p:ph idx="1"/>
          </p:nvPr>
        </p:nvSpPr>
        <p:spPr>
          <a:xfrm>
            <a:off x="215900" y="944563"/>
            <a:ext cx="8686800" cy="900112"/>
          </a:xfrm>
        </p:spPr>
        <p:txBody>
          <a:bodyPr/>
          <a:lstStyle/>
          <a:p>
            <a:pPr>
              <a:lnSpc>
                <a:spcPct val="90000"/>
              </a:lnSpc>
              <a:spcBef>
                <a:spcPct val="0"/>
              </a:spcBef>
              <a:buFont typeface="Monotype Sorts"/>
              <a:buNone/>
            </a:pPr>
            <a:r>
              <a:rPr lang="en-US" altLang="en-US" sz="2800"/>
              <a:t>The size of the directory can be defined recursively as follows:</a:t>
            </a:r>
          </a:p>
        </p:txBody>
      </p:sp>
      <p:sp>
        <p:nvSpPr>
          <p:cNvPr id="81922" name="Slide Number Placeholder 4">
            <a:extLst>
              <a:ext uri="{FF2B5EF4-FFF2-40B4-BE49-F238E27FC236}">
                <a16:creationId xmlns:a16="http://schemas.microsoft.com/office/drawing/2014/main" id="{FF8C2887-B624-4E3C-A9B9-0F8D9A034FD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2881EAB-8C6B-409B-B6C0-393805FDF699}" type="slidenum">
              <a:rPr lang="en-US" altLang="en-US" sz="1400"/>
              <a:pPr>
                <a:spcBef>
                  <a:spcPct val="0"/>
                </a:spcBef>
                <a:buClrTx/>
                <a:buSzTx/>
                <a:buFontTx/>
                <a:buNone/>
              </a:pPr>
              <a:t>44</a:t>
            </a:fld>
            <a:endParaRPr lang="en-US" altLang="en-US" sz="1400"/>
          </a:p>
        </p:txBody>
      </p:sp>
      <p:graphicFrame>
        <p:nvGraphicFramePr>
          <p:cNvPr id="81926" name="Object 6" descr="size(d) = size(f1) + size(f2) + ... + size (fm) + size(d1) + size(d2) + ... + size (dn)">
            <a:extLst>
              <a:ext uri="{FF2B5EF4-FFF2-40B4-BE49-F238E27FC236}">
                <a16:creationId xmlns:a16="http://schemas.microsoft.com/office/drawing/2014/main" id="{C3304C83-8AE9-416F-816F-B8F60CD8E604}"/>
              </a:ext>
            </a:extLst>
          </p:cNvPr>
          <p:cNvGraphicFramePr>
            <a:graphicFrameLocks noChangeAspect="1"/>
          </p:cNvGraphicFramePr>
          <p:nvPr>
            <p:extLst>
              <p:ext uri="{D42A27DB-BD31-4B8C-83A1-F6EECF244321}">
                <p14:modId xmlns:p14="http://schemas.microsoft.com/office/powerpoint/2010/main" val="4222151687"/>
              </p:ext>
            </p:extLst>
          </p:nvPr>
        </p:nvGraphicFramePr>
        <p:xfrm>
          <a:off x="395288" y="1989138"/>
          <a:ext cx="8461375" cy="384175"/>
        </p:xfrm>
        <a:graphic>
          <a:graphicData uri="http://schemas.openxmlformats.org/presentationml/2006/ole">
            <mc:AlternateContent xmlns:mc="http://schemas.openxmlformats.org/markup-compatibility/2006">
              <mc:Choice xmlns:v="urn:schemas-microsoft-com:vml" Requires="v">
                <p:oleObj name="Equation" r:id="rId3" imgW="4775200" imgH="228600" progId="Equation.3">
                  <p:embed/>
                </p:oleObj>
              </mc:Choice>
              <mc:Fallback>
                <p:oleObj name="Equation" r:id="rId3" imgW="4775200" imgH="228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1989138"/>
                        <a:ext cx="84613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1927" name="Picture 10">
            <a:extLst>
              <a:ext uri="{FF2B5EF4-FFF2-40B4-BE49-F238E27FC236}">
                <a16:creationId xmlns:a16="http://schemas.microsoft.com/office/drawing/2014/main" id="{7D40EFA8-3190-4183-987F-F3D786339AA2}"/>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238" y="2852738"/>
            <a:ext cx="7962900"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81928" name="Rectangle 11">
            <a:hlinkClick r:id="rId6"/>
            <a:extLst>
              <a:ext uri="{FF2B5EF4-FFF2-40B4-BE49-F238E27FC236}">
                <a16:creationId xmlns:a16="http://schemas.microsoft.com/office/drawing/2014/main" id="{5EBDC112-FECF-4F3B-9AF2-C656920E04A7}"/>
              </a:ext>
            </a:extLst>
          </p:cNvPr>
          <p:cNvSpPr>
            <a:spLocks noChangeArrowheads="1"/>
          </p:cNvSpPr>
          <p:nvPr/>
        </p:nvSpPr>
        <p:spPr bwMode="auto">
          <a:xfrm>
            <a:off x="5481638" y="5603875"/>
            <a:ext cx="17907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DirectorySize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2">
            <a:extLst>
              <a:ext uri="{FF2B5EF4-FFF2-40B4-BE49-F238E27FC236}">
                <a16:creationId xmlns:a16="http://schemas.microsoft.com/office/drawing/2014/main" id="{FBE5D521-11D7-4E4C-8F15-577164282430}"/>
              </a:ext>
            </a:extLst>
          </p:cNvPr>
          <p:cNvSpPr>
            <a:spLocks noGrp="1" noChangeArrowheads="1"/>
          </p:cNvSpPr>
          <p:nvPr>
            <p:ph type="title"/>
          </p:nvPr>
        </p:nvSpPr>
        <p:spPr>
          <a:xfrm>
            <a:off x="685800" y="0"/>
            <a:ext cx="7772400" cy="1428750"/>
          </a:xfrm>
        </p:spPr>
        <p:txBody>
          <a:bodyPr/>
          <a:lstStyle/>
          <a:p>
            <a:r>
              <a:rPr lang="en-US" altLang="en-US"/>
              <a:t>Tower of Hanoi</a:t>
            </a:r>
            <a:endParaRPr lang="en-US" altLang="en-US">
              <a:solidFill>
                <a:schemeClr val="tx1"/>
              </a:solidFill>
            </a:endParaRPr>
          </a:p>
        </p:txBody>
      </p:sp>
      <p:sp>
        <p:nvSpPr>
          <p:cNvPr id="83972" name="Rectangle 3">
            <a:extLst>
              <a:ext uri="{FF2B5EF4-FFF2-40B4-BE49-F238E27FC236}">
                <a16:creationId xmlns:a16="http://schemas.microsoft.com/office/drawing/2014/main" id="{C7CFFCF8-CC88-4E46-8E66-2FB4AD7E7F75}"/>
              </a:ext>
            </a:extLst>
          </p:cNvPr>
          <p:cNvSpPr>
            <a:spLocks noGrp="1" noChangeArrowheads="1"/>
          </p:cNvSpPr>
          <p:nvPr>
            <p:ph idx="1"/>
          </p:nvPr>
        </p:nvSpPr>
        <p:spPr>
          <a:xfrm>
            <a:off x="228600" y="1447800"/>
            <a:ext cx="8686800" cy="3962400"/>
          </a:xfrm>
        </p:spPr>
        <p:txBody>
          <a:bodyPr/>
          <a:lstStyle/>
          <a:p>
            <a:pPr>
              <a:buFont typeface="Wingdings" panose="05000000000000000000" pitchFamily="2" charset="2"/>
              <a:buChar char="§"/>
            </a:pPr>
            <a:r>
              <a:rPr lang="en-US" altLang="en-US"/>
              <a:t>There are </a:t>
            </a:r>
            <a:r>
              <a:rPr lang="en-US" altLang="en-US" i="1"/>
              <a:t>n</a:t>
            </a:r>
            <a:r>
              <a:rPr lang="en-US" altLang="en-US"/>
              <a:t> disks labeled 1, 2, 3, . . ., </a:t>
            </a:r>
            <a:r>
              <a:rPr lang="en-US" altLang="en-US" i="1"/>
              <a:t>n</a:t>
            </a:r>
            <a:r>
              <a:rPr lang="en-US" altLang="en-US"/>
              <a:t>, and three towers labeled A, B, and C.</a:t>
            </a:r>
          </a:p>
          <a:p>
            <a:pPr>
              <a:buFont typeface="Wingdings" panose="05000000000000000000" pitchFamily="2" charset="2"/>
              <a:buChar char="§"/>
            </a:pPr>
            <a:r>
              <a:rPr lang="en-US" altLang="en-US"/>
              <a:t>No disk can be on top of a smaller disk at any time.</a:t>
            </a:r>
          </a:p>
          <a:p>
            <a:pPr>
              <a:buFont typeface="Wingdings" panose="05000000000000000000" pitchFamily="2" charset="2"/>
              <a:buChar char="§"/>
            </a:pPr>
            <a:r>
              <a:rPr lang="en-US" altLang="en-US"/>
              <a:t>All the disks are initially placed on tower A.</a:t>
            </a:r>
          </a:p>
          <a:p>
            <a:pPr>
              <a:buFont typeface="Wingdings" panose="05000000000000000000" pitchFamily="2" charset="2"/>
              <a:buChar char="§"/>
            </a:pPr>
            <a:r>
              <a:rPr lang="en-US" altLang="en-US"/>
              <a:t>Only one disk can be moved at a time, and it must be the top disk on the tower.</a:t>
            </a:r>
          </a:p>
        </p:txBody>
      </p:sp>
      <p:sp>
        <p:nvSpPr>
          <p:cNvPr id="83970" name="Slide Number Placeholder 4">
            <a:extLst>
              <a:ext uri="{FF2B5EF4-FFF2-40B4-BE49-F238E27FC236}">
                <a16:creationId xmlns:a16="http://schemas.microsoft.com/office/drawing/2014/main" id="{123D9462-9E5C-4AC8-BFBE-E69CCE682B7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C141AB0-5834-4406-B6C0-1D3D965523BD}" type="slidenum">
              <a:rPr lang="en-US" altLang="en-US" sz="1400"/>
              <a:pPr>
                <a:spcBef>
                  <a:spcPct val="0"/>
                </a:spcBef>
                <a:buClrTx/>
                <a:buSzTx/>
                <a:buFontTx/>
                <a:buNone/>
              </a:pPr>
              <a:t>45</a:t>
            </a:fld>
            <a:endParaRPr lang="en-US" altLang="en-US" sz="14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1" name="Rectangle 4">
            <a:extLst>
              <a:ext uri="{FF2B5EF4-FFF2-40B4-BE49-F238E27FC236}">
                <a16:creationId xmlns:a16="http://schemas.microsoft.com/office/drawing/2014/main" id="{AC82FCAF-96B9-42FC-9E6C-DB4E3CB218C2}"/>
              </a:ext>
            </a:extLst>
          </p:cNvPr>
          <p:cNvSpPr>
            <a:spLocks noGrp="1" noChangeArrowheads="1"/>
          </p:cNvSpPr>
          <p:nvPr>
            <p:ph type="title"/>
          </p:nvPr>
        </p:nvSpPr>
        <p:spPr>
          <a:xfrm>
            <a:off x="228600" y="228600"/>
            <a:ext cx="8299450" cy="396875"/>
          </a:xfrm>
          <a:noFill/>
        </p:spPr>
        <p:txBody>
          <a:bodyPr/>
          <a:lstStyle/>
          <a:p>
            <a:r>
              <a:rPr lang="en-US" altLang="en-US" sz="3200"/>
              <a:t>Tower of Hanoi Animation</a:t>
            </a:r>
            <a:endParaRPr lang="en-US" altLang="en-US" sz="3200">
              <a:solidFill>
                <a:schemeClr val="tx1"/>
              </a:solidFill>
              <a:latin typeface="Book Antiqua" panose="02040602050305030304" pitchFamily="18" charset="0"/>
              <a:hlinkClick r:id="rId2" action="ppaction://program"/>
            </a:endParaRPr>
          </a:p>
        </p:txBody>
      </p:sp>
      <p:sp>
        <p:nvSpPr>
          <p:cNvPr id="86020" name="Rectangle 3">
            <a:extLst>
              <a:ext uri="{FF2B5EF4-FFF2-40B4-BE49-F238E27FC236}">
                <a16:creationId xmlns:a16="http://schemas.microsoft.com/office/drawing/2014/main" id="{92E2CDDD-E73E-4D05-9AEB-46C3C77469A0}"/>
              </a:ext>
            </a:extLst>
          </p:cNvPr>
          <p:cNvSpPr>
            <a:spLocks noGrp="1" noChangeArrowheads="1"/>
          </p:cNvSpPr>
          <p:nvPr>
            <p:ph idx="1"/>
          </p:nvPr>
        </p:nvSpPr>
        <p:spPr>
          <a:xfrm>
            <a:off x="231775" y="931863"/>
            <a:ext cx="8529638" cy="863600"/>
          </a:xfrm>
          <a:noFill/>
        </p:spPr>
        <p:txBody>
          <a:bodyPr/>
          <a:lstStyle/>
          <a:p>
            <a:pPr marL="0" indent="0">
              <a:lnSpc>
                <a:spcPct val="90000"/>
              </a:lnSpc>
              <a:buFont typeface="Monotype Sorts"/>
              <a:buNone/>
            </a:pPr>
            <a:r>
              <a:rPr lang="en-US" altLang="en-US" sz="2800"/>
              <a:t>https://liveexample.pearsoncmg.com/dsanimation/TowerOfHanoi.html</a:t>
            </a:r>
          </a:p>
        </p:txBody>
      </p:sp>
      <p:sp>
        <p:nvSpPr>
          <p:cNvPr id="86018" name="Slide Number Placeholder 4">
            <a:extLst>
              <a:ext uri="{FF2B5EF4-FFF2-40B4-BE49-F238E27FC236}">
                <a16:creationId xmlns:a16="http://schemas.microsoft.com/office/drawing/2014/main" id="{D464FB04-E44B-475A-A2FF-636DD8E2C77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999995C-A7E7-476A-AD4D-1546622B0811}" type="slidenum">
              <a:rPr lang="en-US" altLang="en-US" sz="1400"/>
              <a:pPr>
                <a:spcBef>
                  <a:spcPct val="0"/>
                </a:spcBef>
                <a:buClrTx/>
                <a:buSzTx/>
                <a:buFontTx/>
                <a:buNone/>
              </a:pPr>
              <a:t>46</a:t>
            </a:fld>
            <a:endParaRPr lang="en-US" altLang="en-US" sz="1400"/>
          </a:p>
        </p:txBody>
      </p:sp>
      <p:sp>
        <p:nvSpPr>
          <p:cNvPr id="86024" name="Rectangle 8">
            <a:extLst>
              <a:ext uri="{FF2B5EF4-FFF2-40B4-BE49-F238E27FC236}">
                <a16:creationId xmlns:a16="http://schemas.microsoft.com/office/drawing/2014/main" id="{763F0724-CEEA-4C6A-8596-0CBC5DAE16CA}"/>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
        <p:nvSpPr>
          <p:cNvPr id="86025" name="AutoShape 15">
            <a:hlinkClick r:id="rId3" highlightClick="1"/>
            <a:extLst>
              <a:ext uri="{FF2B5EF4-FFF2-40B4-BE49-F238E27FC236}">
                <a16:creationId xmlns:a16="http://schemas.microsoft.com/office/drawing/2014/main" id="{B25FB007-81D6-4ED0-8420-E578646E2494}"/>
              </a:ext>
              <a:ext uri="{C183D7F6-B498-43B3-948B-1728B52AA6E4}">
                <adec:decorative xmlns:adec="http://schemas.microsoft.com/office/drawing/2017/decorative" val="1"/>
              </a:ext>
            </a:extLst>
          </p:cNvPr>
          <p:cNvSpPr>
            <a:spLocks noChangeArrowheads="1"/>
          </p:cNvSpPr>
          <p:nvPr/>
        </p:nvSpPr>
        <p:spPr bwMode="auto">
          <a:xfrm>
            <a:off x="2819400" y="13716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a:extLst>
              <a:ext uri="{FF2B5EF4-FFF2-40B4-BE49-F238E27FC236}">
                <a16:creationId xmlns:a16="http://schemas.microsoft.com/office/drawing/2014/main" id="{0FF5F31C-5AB4-47D2-82AF-0ECF8B589EE4}"/>
              </a:ext>
            </a:extLst>
          </p:cNvPr>
          <p:cNvSpPr>
            <a:spLocks noGrp="1" noChangeArrowheads="1"/>
          </p:cNvSpPr>
          <p:nvPr>
            <p:ph type="title"/>
          </p:nvPr>
        </p:nvSpPr>
        <p:spPr>
          <a:xfrm>
            <a:off x="0" y="0"/>
            <a:ext cx="5076825" cy="544513"/>
          </a:xfrm>
        </p:spPr>
        <p:txBody>
          <a:bodyPr/>
          <a:lstStyle/>
          <a:p>
            <a:r>
              <a:rPr lang="en-US" altLang="en-US" sz="4000"/>
              <a:t>Tower of Hanoi, cont.</a:t>
            </a:r>
            <a:endParaRPr lang="en-US" altLang="en-US" sz="4000">
              <a:solidFill>
                <a:schemeClr val="tx1"/>
              </a:solidFill>
            </a:endParaRPr>
          </a:p>
        </p:txBody>
      </p:sp>
      <p:sp>
        <p:nvSpPr>
          <p:cNvPr id="87042" name="Slide Number Placeholder 4">
            <a:extLst>
              <a:ext uri="{FF2B5EF4-FFF2-40B4-BE49-F238E27FC236}">
                <a16:creationId xmlns:a16="http://schemas.microsoft.com/office/drawing/2014/main" id="{446F76F9-0068-47A9-9043-7D76ADB2A91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856DED4-5837-4F6E-84E7-2CF3C0F9F96D}" type="slidenum">
              <a:rPr lang="en-US" altLang="en-US" sz="1400"/>
              <a:pPr>
                <a:spcBef>
                  <a:spcPct val="0"/>
                </a:spcBef>
                <a:buClrTx/>
                <a:buSzTx/>
                <a:buFontTx/>
                <a:buNone/>
              </a:pPr>
              <a:t>47</a:t>
            </a:fld>
            <a:endParaRPr lang="en-US" altLang="en-US" sz="1400"/>
          </a:p>
        </p:txBody>
      </p:sp>
      <p:pic>
        <p:nvPicPr>
          <p:cNvPr id="87046" name="Picture 7" descr="Tower of Hanoi problem description">
            <a:extLst>
              <a:ext uri="{FF2B5EF4-FFF2-40B4-BE49-F238E27FC236}">
                <a16:creationId xmlns:a16="http://schemas.microsoft.com/office/drawing/2014/main" id="{D774C7A7-C73D-43DE-973A-1D7B121B70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2025" y="481013"/>
            <a:ext cx="6604000" cy="5924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2">
            <a:extLst>
              <a:ext uri="{FF2B5EF4-FFF2-40B4-BE49-F238E27FC236}">
                <a16:creationId xmlns:a16="http://schemas.microsoft.com/office/drawing/2014/main" id="{D87E462F-D21D-4DC7-BB7E-B52479E8FD73}"/>
              </a:ext>
            </a:extLst>
          </p:cNvPr>
          <p:cNvSpPr>
            <a:spLocks noGrp="1" noChangeArrowheads="1"/>
          </p:cNvSpPr>
          <p:nvPr>
            <p:ph type="title"/>
          </p:nvPr>
        </p:nvSpPr>
        <p:spPr>
          <a:xfrm>
            <a:off x="684213" y="152400"/>
            <a:ext cx="7772400" cy="468313"/>
          </a:xfrm>
        </p:spPr>
        <p:txBody>
          <a:bodyPr/>
          <a:lstStyle/>
          <a:p>
            <a:r>
              <a:rPr lang="en-US" altLang="en-US" sz="4000"/>
              <a:t>Solution to Tower of Hanoi</a:t>
            </a:r>
            <a:endParaRPr lang="en-US" altLang="en-US" sz="4000">
              <a:solidFill>
                <a:schemeClr val="tx1"/>
              </a:solidFill>
            </a:endParaRPr>
          </a:p>
        </p:txBody>
      </p:sp>
      <p:sp>
        <p:nvSpPr>
          <p:cNvPr id="89093" name="Rectangle 9">
            <a:extLst>
              <a:ext uri="{FF2B5EF4-FFF2-40B4-BE49-F238E27FC236}">
                <a16:creationId xmlns:a16="http://schemas.microsoft.com/office/drawing/2014/main" id="{CC2955D7-AD85-4591-8E7A-59B74BE8585C}"/>
              </a:ext>
            </a:extLst>
          </p:cNvPr>
          <p:cNvSpPr>
            <a:spLocks noGrp="1" noChangeArrowheads="1"/>
          </p:cNvSpPr>
          <p:nvPr>
            <p:ph idx="1"/>
          </p:nvPr>
        </p:nvSpPr>
        <p:spPr>
          <a:xfrm>
            <a:off x="142875" y="728663"/>
            <a:ext cx="9001125" cy="684212"/>
          </a:xfrm>
        </p:spPr>
        <p:txBody>
          <a:bodyPr/>
          <a:lstStyle/>
          <a:p>
            <a:pPr marL="0" indent="0">
              <a:buFont typeface="Monotype Sorts"/>
              <a:buNone/>
            </a:pPr>
            <a:r>
              <a:rPr lang="en-US" altLang="en-US" sz="2400"/>
              <a:t>The Tower of Hanoi problem can be decomposed into three subproblems.</a:t>
            </a:r>
          </a:p>
        </p:txBody>
      </p:sp>
      <p:sp>
        <p:nvSpPr>
          <p:cNvPr id="89090" name="Slide Number Placeholder 4">
            <a:extLst>
              <a:ext uri="{FF2B5EF4-FFF2-40B4-BE49-F238E27FC236}">
                <a16:creationId xmlns:a16="http://schemas.microsoft.com/office/drawing/2014/main" id="{E278A323-0A07-4D77-8F8B-35268D55C73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2A409B8-FFBB-4E3A-A661-7A2C6087FEDD}" type="slidenum">
              <a:rPr lang="en-US" altLang="en-US" sz="1400"/>
              <a:pPr>
                <a:spcBef>
                  <a:spcPct val="0"/>
                </a:spcBef>
                <a:buClrTx/>
                <a:buSzTx/>
                <a:buFontTx/>
                <a:buNone/>
              </a:pPr>
              <a:t>48</a:t>
            </a:fld>
            <a:endParaRPr lang="en-US" altLang="en-US" sz="1400"/>
          </a:p>
        </p:txBody>
      </p:sp>
      <p:pic>
        <p:nvPicPr>
          <p:cNvPr id="89094" name="Picture 8" descr="Tower of Hanoi solution description">
            <a:extLst>
              <a:ext uri="{FF2B5EF4-FFF2-40B4-BE49-F238E27FC236}">
                <a16:creationId xmlns:a16="http://schemas.microsoft.com/office/drawing/2014/main" id="{BCDDD2F3-9607-4FDC-8196-C5893BDA14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1268413"/>
            <a:ext cx="7196137" cy="4976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a:extLst>
              <a:ext uri="{FF2B5EF4-FFF2-40B4-BE49-F238E27FC236}">
                <a16:creationId xmlns:a16="http://schemas.microsoft.com/office/drawing/2014/main" id="{52D27839-5782-48DF-A794-1BD6478D4C8B}"/>
              </a:ext>
            </a:extLst>
          </p:cNvPr>
          <p:cNvSpPr>
            <a:spLocks noGrp="1" noChangeArrowheads="1"/>
          </p:cNvSpPr>
          <p:nvPr>
            <p:ph type="title"/>
          </p:nvPr>
        </p:nvSpPr>
        <p:spPr>
          <a:xfrm>
            <a:off x="685800" y="0"/>
            <a:ext cx="7772400" cy="1428750"/>
          </a:xfrm>
        </p:spPr>
        <p:txBody>
          <a:bodyPr/>
          <a:lstStyle/>
          <a:p>
            <a:r>
              <a:rPr lang="en-US" altLang="en-US"/>
              <a:t>Solution to Tower of Hanoi</a:t>
            </a:r>
            <a:endParaRPr lang="en-US" altLang="en-US">
              <a:solidFill>
                <a:schemeClr val="tx1"/>
              </a:solidFill>
            </a:endParaRPr>
          </a:p>
        </p:txBody>
      </p:sp>
      <p:sp>
        <p:nvSpPr>
          <p:cNvPr id="91140" name="Rectangle 3">
            <a:extLst>
              <a:ext uri="{FF2B5EF4-FFF2-40B4-BE49-F238E27FC236}">
                <a16:creationId xmlns:a16="http://schemas.microsoft.com/office/drawing/2014/main" id="{76DBAD44-EDD2-4A03-96C2-2D093E15E734}"/>
              </a:ext>
            </a:extLst>
          </p:cNvPr>
          <p:cNvSpPr>
            <a:spLocks noGrp="1" noChangeArrowheads="1"/>
          </p:cNvSpPr>
          <p:nvPr>
            <p:ph idx="1"/>
          </p:nvPr>
        </p:nvSpPr>
        <p:spPr>
          <a:xfrm>
            <a:off x="287338" y="1952625"/>
            <a:ext cx="8640762" cy="2413000"/>
          </a:xfrm>
        </p:spPr>
        <p:txBody>
          <a:bodyPr/>
          <a:lstStyle/>
          <a:p>
            <a:pPr>
              <a:lnSpc>
                <a:spcPct val="80000"/>
              </a:lnSpc>
              <a:buFont typeface="Wingdings" panose="05000000000000000000" pitchFamily="2" charset="2"/>
              <a:buChar char="q"/>
            </a:pPr>
            <a:r>
              <a:rPr lang="en-US" altLang="en-US" sz="2400"/>
              <a:t>Move the first </a:t>
            </a:r>
            <a:r>
              <a:rPr lang="en-US" altLang="en-US" sz="2400" u="sng"/>
              <a:t>n - 1</a:t>
            </a:r>
            <a:r>
              <a:rPr lang="en-US" altLang="en-US" sz="2400"/>
              <a:t> disks from A to C with the assistance of tower B.</a:t>
            </a:r>
          </a:p>
          <a:p>
            <a:pPr>
              <a:lnSpc>
                <a:spcPct val="80000"/>
              </a:lnSpc>
              <a:buFont typeface="Wingdings" panose="05000000000000000000" pitchFamily="2" charset="2"/>
              <a:buChar char="q"/>
            </a:pPr>
            <a:r>
              <a:rPr lang="en-US" altLang="en-US" sz="2400"/>
              <a:t>Move disk </a:t>
            </a:r>
            <a:r>
              <a:rPr lang="en-US" altLang="en-US" sz="2400" u="sng"/>
              <a:t>n</a:t>
            </a:r>
            <a:r>
              <a:rPr lang="en-US" altLang="en-US" sz="2400"/>
              <a:t> from A to B.</a:t>
            </a:r>
          </a:p>
          <a:p>
            <a:pPr>
              <a:lnSpc>
                <a:spcPct val="80000"/>
              </a:lnSpc>
              <a:buFont typeface="Wingdings" panose="05000000000000000000" pitchFamily="2" charset="2"/>
              <a:buChar char="q"/>
            </a:pPr>
            <a:r>
              <a:rPr lang="en-US" altLang="en-US" sz="2400"/>
              <a:t>Move </a:t>
            </a:r>
            <a:r>
              <a:rPr lang="en-US" altLang="en-US" sz="2400" u="sng"/>
              <a:t>n - 1</a:t>
            </a:r>
            <a:r>
              <a:rPr lang="en-US" altLang="en-US" sz="2400"/>
              <a:t> disks from C to B with the assistance of tower A.</a:t>
            </a:r>
          </a:p>
        </p:txBody>
      </p:sp>
      <p:sp>
        <p:nvSpPr>
          <p:cNvPr id="91138" name="Slide Number Placeholder 4">
            <a:extLst>
              <a:ext uri="{FF2B5EF4-FFF2-40B4-BE49-F238E27FC236}">
                <a16:creationId xmlns:a16="http://schemas.microsoft.com/office/drawing/2014/main" id="{49C5C671-AB16-4024-A56B-39EA767DB51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80EAE1E-9CC2-4ABC-B968-3DCBF5079522}" type="slidenum">
              <a:rPr lang="en-US" altLang="en-US" sz="1400"/>
              <a:pPr>
                <a:spcBef>
                  <a:spcPct val="0"/>
                </a:spcBef>
                <a:buClrTx/>
                <a:buSzTx/>
                <a:buFontTx/>
                <a:buNone/>
              </a:pPr>
              <a:t>49</a:t>
            </a:fld>
            <a:endParaRPr lang="en-US" altLang="en-US" sz="1400"/>
          </a:p>
        </p:txBody>
      </p:sp>
      <p:sp>
        <p:nvSpPr>
          <p:cNvPr id="91142" name="Rectangle 9">
            <a:hlinkClick r:id="rId3"/>
            <a:extLst>
              <a:ext uri="{FF2B5EF4-FFF2-40B4-BE49-F238E27FC236}">
                <a16:creationId xmlns:a16="http://schemas.microsoft.com/office/drawing/2014/main" id="{13F02A1C-03F1-4652-9658-601BE6C9D1AE}"/>
              </a:ext>
            </a:extLst>
          </p:cNvPr>
          <p:cNvSpPr>
            <a:spLocks noChangeArrowheads="1"/>
          </p:cNvSpPr>
          <p:nvPr/>
        </p:nvSpPr>
        <p:spPr bwMode="auto">
          <a:xfrm>
            <a:off x="4721225" y="5208588"/>
            <a:ext cx="17907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TowerOfHanoi</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2">
            <a:extLst>
              <a:ext uri="{FF2B5EF4-FFF2-40B4-BE49-F238E27FC236}">
                <a16:creationId xmlns:a16="http://schemas.microsoft.com/office/drawing/2014/main" id="{1EA63810-F328-439A-B177-B4549883D88A}"/>
              </a:ext>
            </a:extLst>
          </p:cNvPr>
          <p:cNvSpPr>
            <a:spLocks noGrp="1" noChangeArrowheads="1"/>
          </p:cNvSpPr>
          <p:nvPr>
            <p:ph type="title"/>
          </p:nvPr>
        </p:nvSpPr>
        <p:spPr>
          <a:xfrm>
            <a:off x="685800" y="0"/>
            <a:ext cx="7772400" cy="1428750"/>
          </a:xfrm>
        </p:spPr>
        <p:txBody>
          <a:bodyPr/>
          <a:lstStyle/>
          <a:p>
            <a:r>
              <a:rPr lang="en-US" altLang="en-US"/>
              <a:t>Exercise 18.3 GCD</a:t>
            </a:r>
            <a:endParaRPr lang="en-US" altLang="en-US">
              <a:solidFill>
                <a:schemeClr val="tx1"/>
              </a:solidFill>
            </a:endParaRPr>
          </a:p>
        </p:txBody>
      </p:sp>
      <p:sp>
        <p:nvSpPr>
          <p:cNvPr id="93188" name="Rectangle 3">
            <a:extLst>
              <a:ext uri="{FF2B5EF4-FFF2-40B4-BE49-F238E27FC236}">
                <a16:creationId xmlns:a16="http://schemas.microsoft.com/office/drawing/2014/main" id="{B31A957E-26A6-446E-9555-7EF505DC5193}"/>
              </a:ext>
            </a:extLst>
          </p:cNvPr>
          <p:cNvSpPr>
            <a:spLocks noGrp="1" noChangeArrowheads="1"/>
          </p:cNvSpPr>
          <p:nvPr>
            <p:ph idx="1"/>
          </p:nvPr>
        </p:nvSpPr>
        <p:spPr>
          <a:xfrm>
            <a:off x="304800" y="1295400"/>
            <a:ext cx="8610600" cy="5029200"/>
          </a:xfrm>
        </p:spPr>
        <p:txBody>
          <a:bodyPr/>
          <a:lstStyle/>
          <a:p>
            <a:pPr>
              <a:buFont typeface="Monotype Sorts"/>
              <a:buNone/>
            </a:pPr>
            <a:r>
              <a:rPr lang="en-US" altLang="en-US" sz="2800" dirty="0" err="1"/>
              <a:t>gcd</a:t>
            </a:r>
            <a:r>
              <a:rPr lang="en-US" altLang="en-US" sz="2800" dirty="0"/>
              <a:t>(2, 3) = 1</a:t>
            </a:r>
          </a:p>
          <a:p>
            <a:pPr>
              <a:buFont typeface="Monotype Sorts"/>
              <a:buNone/>
            </a:pPr>
            <a:r>
              <a:rPr lang="en-US" altLang="en-US" sz="2800" dirty="0" err="1"/>
              <a:t>gcd</a:t>
            </a:r>
            <a:r>
              <a:rPr lang="en-US" altLang="en-US" sz="2800" dirty="0"/>
              <a:t>(2, 10) = 2</a:t>
            </a:r>
          </a:p>
          <a:p>
            <a:pPr>
              <a:buFont typeface="Monotype Sorts"/>
              <a:buNone/>
            </a:pPr>
            <a:r>
              <a:rPr lang="en-US" altLang="en-US" sz="2800" dirty="0" err="1"/>
              <a:t>gcd</a:t>
            </a:r>
            <a:r>
              <a:rPr lang="en-US" altLang="en-US" sz="2800" dirty="0"/>
              <a:t>(25, 35) = 5</a:t>
            </a:r>
          </a:p>
          <a:p>
            <a:pPr>
              <a:buFont typeface="Monotype Sorts"/>
              <a:buNone/>
            </a:pPr>
            <a:r>
              <a:rPr lang="en-US" altLang="en-US" sz="2800" dirty="0" err="1"/>
              <a:t>gcd</a:t>
            </a:r>
            <a:r>
              <a:rPr lang="en-US" altLang="en-US" sz="2800" dirty="0"/>
              <a:t>(205, 300) = 5</a:t>
            </a:r>
          </a:p>
          <a:p>
            <a:pPr>
              <a:buFont typeface="Monotype Sorts"/>
              <a:buNone/>
            </a:pPr>
            <a:r>
              <a:rPr lang="en-US" altLang="en-US" sz="2800" dirty="0" err="1"/>
              <a:t>gcd</a:t>
            </a:r>
            <a:r>
              <a:rPr lang="en-US" altLang="en-US" sz="2800" dirty="0"/>
              <a:t>(m, n)</a:t>
            </a:r>
          </a:p>
          <a:p>
            <a:pPr>
              <a:buFont typeface="Monotype Sorts"/>
              <a:buNone/>
            </a:pPr>
            <a:r>
              <a:rPr lang="en-US" altLang="en-US" sz="2800" dirty="0"/>
              <a:t>Approach 1: Brute-force, start from min(n, m) down to 1, to check if a number is common divisor for both m and n, if so, it is the greatest common divisor.</a:t>
            </a:r>
          </a:p>
          <a:p>
            <a:pPr>
              <a:buFont typeface="Monotype Sorts"/>
              <a:buNone/>
            </a:pPr>
            <a:r>
              <a:rPr lang="en-US" altLang="en-US" sz="2800" dirty="0"/>
              <a:t>Approach 2: </a:t>
            </a:r>
            <a:r>
              <a:rPr lang="en-US" altLang="en-US" sz="2800" dirty="0">
                <a:latin typeface="Courier New" panose="02070309020205020404" pitchFamily="49" charset="0"/>
                <a:cs typeface="Courier New" panose="02070309020205020404" pitchFamily="49" charset="0"/>
              </a:rPr>
              <a:t>Euclid’s</a:t>
            </a:r>
            <a:r>
              <a:rPr lang="en-US" altLang="en-US" sz="2800" dirty="0"/>
              <a:t> algorithm</a:t>
            </a:r>
          </a:p>
          <a:p>
            <a:pPr>
              <a:buFont typeface="Monotype Sorts"/>
              <a:buNone/>
            </a:pPr>
            <a:r>
              <a:rPr lang="en-US" altLang="en-US" sz="2800" dirty="0"/>
              <a:t>Approach 3: Recursive method</a:t>
            </a:r>
          </a:p>
        </p:txBody>
      </p:sp>
      <p:sp>
        <p:nvSpPr>
          <p:cNvPr id="93186" name="Slide Number Placeholder 4">
            <a:extLst>
              <a:ext uri="{FF2B5EF4-FFF2-40B4-BE49-F238E27FC236}">
                <a16:creationId xmlns:a16="http://schemas.microsoft.com/office/drawing/2014/main" id="{12DA9DE3-D0A8-40E1-8003-8EFEDE6959A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57995B3-3427-4B6E-B37B-C10F2EB0A897}" type="slidenum">
              <a:rPr lang="en-US" altLang="en-US" sz="1400"/>
              <a:pPr>
                <a:spcBef>
                  <a:spcPct val="0"/>
                </a:spcBef>
                <a:buClrTx/>
                <a:buSzTx/>
                <a:buFontTx/>
                <a:buNone/>
              </a:pPr>
              <a:t>50</a:t>
            </a:fld>
            <a:endParaRPr lang="en-US" altLang="en-US" sz="14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2">
            <a:extLst>
              <a:ext uri="{FF2B5EF4-FFF2-40B4-BE49-F238E27FC236}">
                <a16:creationId xmlns:a16="http://schemas.microsoft.com/office/drawing/2014/main" id="{501C1617-3906-4CD4-AAAA-C280DEDF0DF7}"/>
              </a:ext>
            </a:extLst>
          </p:cNvPr>
          <p:cNvSpPr>
            <a:spLocks noGrp="1" noChangeArrowheads="1"/>
          </p:cNvSpPr>
          <p:nvPr>
            <p:ph type="title"/>
          </p:nvPr>
        </p:nvSpPr>
        <p:spPr>
          <a:xfrm>
            <a:off x="228600" y="0"/>
            <a:ext cx="8763000" cy="990600"/>
          </a:xfrm>
        </p:spPr>
        <p:txBody>
          <a:bodyPr/>
          <a:lstStyle/>
          <a:p>
            <a:r>
              <a:rPr lang="en-US" altLang="en-US"/>
              <a:t>Approach 2: </a:t>
            </a:r>
            <a:r>
              <a:rPr lang="en-US" altLang="en-US">
                <a:latin typeface="Courier New" panose="02070309020205020404" pitchFamily="49" charset="0"/>
                <a:cs typeface="Courier New" panose="02070309020205020404" pitchFamily="49" charset="0"/>
              </a:rPr>
              <a:t>Euclid’s</a:t>
            </a:r>
            <a:r>
              <a:rPr lang="en-US" altLang="en-US"/>
              <a:t> algorithm</a:t>
            </a:r>
          </a:p>
        </p:txBody>
      </p:sp>
      <p:sp>
        <p:nvSpPr>
          <p:cNvPr id="95236" name="Rectangle 3">
            <a:extLst>
              <a:ext uri="{FF2B5EF4-FFF2-40B4-BE49-F238E27FC236}">
                <a16:creationId xmlns:a16="http://schemas.microsoft.com/office/drawing/2014/main" id="{F51E0E08-670C-4181-824A-89732970DBF5}"/>
              </a:ext>
            </a:extLst>
          </p:cNvPr>
          <p:cNvSpPr>
            <a:spLocks noGrp="1" noChangeArrowheads="1"/>
          </p:cNvSpPr>
          <p:nvPr>
            <p:ph idx="1"/>
          </p:nvPr>
        </p:nvSpPr>
        <p:spPr>
          <a:xfrm>
            <a:off x="228600" y="914400"/>
            <a:ext cx="8610600" cy="5334000"/>
          </a:xfrm>
        </p:spPr>
        <p:txBody>
          <a:bodyPr/>
          <a:lstStyle/>
          <a:p>
            <a:pPr>
              <a:lnSpc>
                <a:spcPct val="90000"/>
              </a:lnSpc>
              <a:buFont typeface="Monotype Sorts"/>
              <a:buNone/>
            </a:pPr>
            <a:r>
              <a:rPr lang="en-US" altLang="en-US" sz="2400" b="1">
                <a:solidFill>
                  <a:schemeClr val="tx2"/>
                </a:solidFill>
                <a:latin typeface="Courier New" panose="02070309020205020404" pitchFamily="49" charset="0"/>
                <a:cs typeface="Courier New" panose="02070309020205020404" pitchFamily="49" charset="0"/>
              </a:rPr>
              <a:t>// Get absolute value of m and n;</a:t>
            </a:r>
            <a:endParaRPr lang="en-US" altLang="en-US" sz="2400" b="1">
              <a:solidFill>
                <a:schemeClr val="tx2"/>
              </a:solidFill>
              <a:latin typeface="Courier New" panose="02070309020205020404" pitchFamily="49" charset="0"/>
              <a:cs typeface="Times New Roman" panose="02020603050405020304" pitchFamily="18" charset="0"/>
            </a:endParaRPr>
          </a:p>
          <a:p>
            <a:pPr>
              <a:lnSpc>
                <a:spcPct val="90000"/>
              </a:lnSpc>
              <a:buFont typeface="Monotype Sorts"/>
              <a:buNone/>
            </a:pPr>
            <a:r>
              <a:rPr lang="en-US" altLang="en-US" sz="2400" b="1">
                <a:solidFill>
                  <a:schemeClr val="tx2"/>
                </a:solidFill>
                <a:latin typeface="Courier New" panose="02070309020205020404" pitchFamily="49" charset="0"/>
                <a:cs typeface="Courier New" panose="02070309020205020404" pitchFamily="49" charset="0"/>
              </a:rPr>
              <a:t>t1 = Math.abs(m); t2 = Math.abs(n); </a:t>
            </a:r>
          </a:p>
          <a:p>
            <a:pPr>
              <a:lnSpc>
                <a:spcPct val="90000"/>
              </a:lnSpc>
              <a:buFont typeface="Monotype Sorts"/>
              <a:buNone/>
            </a:pPr>
            <a:r>
              <a:rPr lang="en-US" altLang="en-US" sz="2400" b="1">
                <a:solidFill>
                  <a:schemeClr val="tx2"/>
                </a:solidFill>
                <a:latin typeface="Courier New" panose="02070309020205020404" pitchFamily="49" charset="0"/>
                <a:cs typeface="Courier New" panose="02070309020205020404" pitchFamily="49" charset="0"/>
              </a:rPr>
              <a:t>// r is the remainder of t1 divided by t2;</a:t>
            </a:r>
            <a:endParaRPr lang="en-US" altLang="en-US" sz="2400" b="1">
              <a:solidFill>
                <a:schemeClr val="tx2"/>
              </a:solidFill>
              <a:latin typeface="Courier New" panose="02070309020205020404" pitchFamily="49" charset="0"/>
              <a:cs typeface="Times New Roman" panose="02020603050405020304" pitchFamily="18" charset="0"/>
            </a:endParaRPr>
          </a:p>
          <a:p>
            <a:pPr>
              <a:lnSpc>
                <a:spcPct val="90000"/>
              </a:lnSpc>
              <a:buFont typeface="Monotype Sorts"/>
              <a:buNone/>
            </a:pPr>
            <a:r>
              <a:rPr lang="en-US" altLang="en-US" sz="2400" b="1">
                <a:solidFill>
                  <a:schemeClr val="tx2"/>
                </a:solidFill>
                <a:latin typeface="Courier New" panose="02070309020205020404" pitchFamily="49" charset="0"/>
                <a:cs typeface="Courier New" panose="02070309020205020404" pitchFamily="49" charset="0"/>
              </a:rPr>
              <a:t>r = t1 % t2; </a:t>
            </a:r>
          </a:p>
          <a:p>
            <a:pPr>
              <a:lnSpc>
                <a:spcPct val="90000"/>
              </a:lnSpc>
              <a:buFont typeface="Monotype Sorts"/>
              <a:buNone/>
            </a:pPr>
            <a:r>
              <a:rPr lang="en-US" altLang="en-US" sz="2400" b="1">
                <a:solidFill>
                  <a:schemeClr val="tx2"/>
                </a:solidFill>
                <a:latin typeface="Courier New" panose="02070309020205020404" pitchFamily="49" charset="0"/>
                <a:cs typeface="Courier New" panose="02070309020205020404" pitchFamily="49" charset="0"/>
              </a:rPr>
              <a:t>while (r != 0) {</a:t>
            </a:r>
            <a:endParaRPr lang="en-US" altLang="en-US" sz="2400" b="1">
              <a:solidFill>
                <a:schemeClr val="tx2"/>
              </a:solidFill>
              <a:latin typeface="Courier New" panose="02070309020205020404" pitchFamily="49" charset="0"/>
              <a:cs typeface="Times New Roman" panose="02020603050405020304" pitchFamily="18" charset="0"/>
            </a:endParaRPr>
          </a:p>
          <a:p>
            <a:pPr>
              <a:lnSpc>
                <a:spcPct val="90000"/>
              </a:lnSpc>
              <a:buFont typeface="Monotype Sorts"/>
              <a:buNone/>
            </a:pPr>
            <a:r>
              <a:rPr lang="en-US" altLang="en-US" sz="2400" b="1">
                <a:solidFill>
                  <a:schemeClr val="tx2"/>
                </a:solidFill>
                <a:latin typeface="Courier New" panose="02070309020205020404" pitchFamily="49" charset="0"/>
                <a:cs typeface="Courier New" panose="02070309020205020404" pitchFamily="49" charset="0"/>
              </a:rPr>
              <a:t>  t1 = t2;</a:t>
            </a:r>
            <a:endParaRPr lang="en-US" altLang="en-US" sz="2400" b="1">
              <a:solidFill>
                <a:schemeClr val="tx2"/>
              </a:solidFill>
              <a:latin typeface="Courier New" panose="02070309020205020404" pitchFamily="49" charset="0"/>
              <a:cs typeface="Times New Roman" panose="02020603050405020304" pitchFamily="18" charset="0"/>
            </a:endParaRPr>
          </a:p>
          <a:p>
            <a:pPr>
              <a:lnSpc>
                <a:spcPct val="90000"/>
              </a:lnSpc>
              <a:buFont typeface="Monotype Sorts"/>
              <a:buNone/>
            </a:pPr>
            <a:r>
              <a:rPr lang="en-US" altLang="en-US" sz="2400" b="1">
                <a:solidFill>
                  <a:schemeClr val="tx2"/>
                </a:solidFill>
                <a:latin typeface="Courier New" panose="02070309020205020404" pitchFamily="49" charset="0"/>
                <a:cs typeface="Courier New" panose="02070309020205020404" pitchFamily="49" charset="0"/>
              </a:rPr>
              <a:t>  t2 = r;</a:t>
            </a:r>
            <a:endParaRPr lang="en-US" altLang="en-US" sz="2400" b="1">
              <a:solidFill>
                <a:schemeClr val="tx2"/>
              </a:solidFill>
              <a:latin typeface="Courier New" panose="02070309020205020404" pitchFamily="49" charset="0"/>
              <a:cs typeface="Times New Roman" panose="02020603050405020304" pitchFamily="18" charset="0"/>
            </a:endParaRPr>
          </a:p>
          <a:p>
            <a:pPr>
              <a:lnSpc>
                <a:spcPct val="90000"/>
              </a:lnSpc>
              <a:buFont typeface="Monotype Sorts"/>
              <a:buNone/>
            </a:pPr>
            <a:r>
              <a:rPr lang="en-US" altLang="en-US" sz="2400" b="1">
                <a:solidFill>
                  <a:schemeClr val="tx2"/>
                </a:solidFill>
                <a:latin typeface="Courier New" panose="02070309020205020404" pitchFamily="49" charset="0"/>
                <a:cs typeface="Courier New" panose="02070309020205020404" pitchFamily="49" charset="0"/>
              </a:rPr>
              <a:t>  r = t1 % t2;</a:t>
            </a:r>
            <a:endParaRPr lang="en-US" altLang="en-US" sz="2400" b="1">
              <a:solidFill>
                <a:schemeClr val="tx2"/>
              </a:solidFill>
              <a:latin typeface="Courier New" panose="02070309020205020404" pitchFamily="49" charset="0"/>
              <a:cs typeface="Times New Roman" panose="02020603050405020304" pitchFamily="18" charset="0"/>
            </a:endParaRPr>
          </a:p>
          <a:p>
            <a:pPr>
              <a:lnSpc>
                <a:spcPct val="90000"/>
              </a:lnSpc>
              <a:buFont typeface="Monotype Sorts"/>
              <a:buNone/>
            </a:pPr>
            <a:r>
              <a:rPr lang="en-US" altLang="en-US" sz="2400" b="1">
                <a:solidFill>
                  <a:schemeClr val="tx2"/>
                </a:solidFill>
                <a:latin typeface="Courier New" panose="02070309020205020404" pitchFamily="49" charset="0"/>
                <a:cs typeface="Courier New" panose="02070309020205020404" pitchFamily="49" charset="0"/>
              </a:rPr>
              <a:t>}</a:t>
            </a:r>
            <a:endParaRPr lang="en-US" altLang="en-US" sz="2400" b="1">
              <a:solidFill>
                <a:schemeClr val="tx2"/>
              </a:solidFill>
              <a:latin typeface="Courier New" panose="02070309020205020404" pitchFamily="49" charset="0"/>
              <a:cs typeface="Times New Roman" panose="02020603050405020304" pitchFamily="18" charset="0"/>
            </a:endParaRPr>
          </a:p>
          <a:p>
            <a:pPr>
              <a:lnSpc>
                <a:spcPct val="90000"/>
              </a:lnSpc>
              <a:buFont typeface="Monotype Sorts"/>
              <a:buNone/>
            </a:pPr>
            <a:r>
              <a:rPr lang="en-US" altLang="en-US" sz="2400" b="1">
                <a:solidFill>
                  <a:schemeClr val="tx2"/>
                </a:solidFill>
                <a:latin typeface="Courier New" panose="02070309020205020404" pitchFamily="49" charset="0"/>
                <a:cs typeface="Courier New" panose="02070309020205020404" pitchFamily="49" charset="0"/>
              </a:rPr>
              <a:t> </a:t>
            </a:r>
            <a:endParaRPr lang="en-US" altLang="en-US" sz="2400" b="1">
              <a:solidFill>
                <a:schemeClr val="tx2"/>
              </a:solidFill>
              <a:latin typeface="Courier New" panose="02070309020205020404" pitchFamily="49" charset="0"/>
              <a:cs typeface="Times New Roman" panose="02020603050405020304" pitchFamily="18" charset="0"/>
            </a:endParaRPr>
          </a:p>
          <a:p>
            <a:pPr>
              <a:lnSpc>
                <a:spcPct val="90000"/>
              </a:lnSpc>
              <a:buFont typeface="Monotype Sorts"/>
              <a:buNone/>
            </a:pPr>
            <a:r>
              <a:rPr lang="en-US" altLang="en-US" sz="2400" b="1">
                <a:solidFill>
                  <a:schemeClr val="tx2"/>
                </a:solidFill>
                <a:latin typeface="Courier New" panose="02070309020205020404" pitchFamily="49" charset="0"/>
                <a:cs typeface="Courier New" panose="02070309020205020404" pitchFamily="49" charset="0"/>
              </a:rPr>
              <a:t>// When r is 0, t2 is the greatest common </a:t>
            </a:r>
          </a:p>
          <a:p>
            <a:pPr>
              <a:lnSpc>
                <a:spcPct val="90000"/>
              </a:lnSpc>
              <a:buFont typeface="Monotype Sorts"/>
              <a:buNone/>
            </a:pPr>
            <a:r>
              <a:rPr lang="en-US" altLang="en-US" sz="2400" b="1">
                <a:solidFill>
                  <a:schemeClr val="tx2"/>
                </a:solidFill>
                <a:latin typeface="Courier New" panose="02070309020205020404" pitchFamily="49" charset="0"/>
                <a:cs typeface="Courier New" panose="02070309020205020404" pitchFamily="49" charset="0"/>
              </a:rPr>
              <a:t>// divisor between t1 and t2</a:t>
            </a:r>
            <a:endParaRPr lang="en-US" altLang="en-US" sz="2400" b="1">
              <a:solidFill>
                <a:schemeClr val="tx2"/>
              </a:solidFill>
              <a:latin typeface="Courier New" panose="02070309020205020404" pitchFamily="49" charset="0"/>
              <a:cs typeface="Times New Roman" panose="02020603050405020304" pitchFamily="18" charset="0"/>
            </a:endParaRPr>
          </a:p>
          <a:p>
            <a:pPr>
              <a:lnSpc>
                <a:spcPct val="90000"/>
              </a:lnSpc>
              <a:buFont typeface="Monotype Sorts"/>
              <a:buNone/>
            </a:pPr>
            <a:r>
              <a:rPr lang="en-US" altLang="en-US" sz="2400" b="1">
                <a:solidFill>
                  <a:schemeClr val="tx2"/>
                </a:solidFill>
                <a:latin typeface="Courier New" panose="02070309020205020404" pitchFamily="49" charset="0"/>
                <a:cs typeface="Courier New" panose="02070309020205020404" pitchFamily="49" charset="0"/>
              </a:rPr>
              <a:t>return t2;</a:t>
            </a:r>
          </a:p>
        </p:txBody>
      </p:sp>
      <p:sp>
        <p:nvSpPr>
          <p:cNvPr id="95234" name="Slide Number Placeholder 4">
            <a:extLst>
              <a:ext uri="{FF2B5EF4-FFF2-40B4-BE49-F238E27FC236}">
                <a16:creationId xmlns:a16="http://schemas.microsoft.com/office/drawing/2014/main" id="{16D72D84-4FA4-4412-824F-55339D6CA33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C900FD7-EC62-4E41-BF9D-86EB2DD0577D}" type="slidenum">
              <a:rPr lang="en-US" altLang="en-US" sz="1400"/>
              <a:pPr>
                <a:spcBef>
                  <a:spcPct val="0"/>
                </a:spcBef>
                <a:buClrTx/>
                <a:buSzTx/>
                <a:buFontTx/>
                <a:buNone/>
              </a:pPr>
              <a:t>51</a:t>
            </a:fld>
            <a:endParaRPr lang="en-US" altLang="en-US" sz="14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2">
            <a:extLst>
              <a:ext uri="{FF2B5EF4-FFF2-40B4-BE49-F238E27FC236}">
                <a16:creationId xmlns:a16="http://schemas.microsoft.com/office/drawing/2014/main" id="{0942317B-5021-463D-8CDC-F743F3D3C6AD}"/>
              </a:ext>
            </a:extLst>
          </p:cNvPr>
          <p:cNvSpPr>
            <a:spLocks noGrp="1" noChangeArrowheads="1"/>
          </p:cNvSpPr>
          <p:nvPr>
            <p:ph type="title"/>
          </p:nvPr>
        </p:nvSpPr>
        <p:spPr>
          <a:xfrm>
            <a:off x="228600" y="0"/>
            <a:ext cx="8763000" cy="990600"/>
          </a:xfrm>
        </p:spPr>
        <p:txBody>
          <a:bodyPr/>
          <a:lstStyle/>
          <a:p>
            <a:r>
              <a:rPr lang="en-US" altLang="en-US"/>
              <a:t>Approach 3: </a:t>
            </a:r>
            <a:r>
              <a:rPr lang="en-US" altLang="en-US">
                <a:latin typeface="Courier New" panose="02070309020205020404" pitchFamily="49" charset="0"/>
                <a:cs typeface="Courier New" panose="02070309020205020404" pitchFamily="49" charset="0"/>
              </a:rPr>
              <a:t>Recursive Method</a:t>
            </a:r>
            <a:endParaRPr lang="en-US" altLang="en-US"/>
          </a:p>
        </p:txBody>
      </p:sp>
      <p:sp>
        <p:nvSpPr>
          <p:cNvPr id="97284" name="Rectangle 3">
            <a:extLst>
              <a:ext uri="{FF2B5EF4-FFF2-40B4-BE49-F238E27FC236}">
                <a16:creationId xmlns:a16="http://schemas.microsoft.com/office/drawing/2014/main" id="{E88B3534-2939-430B-9C8D-124E49DAD71B}"/>
              </a:ext>
            </a:extLst>
          </p:cNvPr>
          <p:cNvSpPr>
            <a:spLocks noGrp="1" noChangeArrowheads="1"/>
          </p:cNvSpPr>
          <p:nvPr>
            <p:ph idx="1"/>
          </p:nvPr>
        </p:nvSpPr>
        <p:spPr>
          <a:xfrm>
            <a:off x="457200" y="1143000"/>
            <a:ext cx="6934200" cy="1295400"/>
          </a:xfrm>
        </p:spPr>
        <p:txBody>
          <a:bodyPr/>
          <a:lstStyle/>
          <a:p>
            <a:pPr>
              <a:spcBef>
                <a:spcPct val="0"/>
              </a:spcBef>
              <a:buClrTx/>
              <a:buSzTx/>
              <a:buFontTx/>
              <a:buNone/>
            </a:pPr>
            <a:r>
              <a:rPr lang="en-US" altLang="en-US"/>
              <a:t>gcd(m, n) = n if m % n = 0;</a:t>
            </a:r>
          </a:p>
          <a:p>
            <a:pPr>
              <a:spcBef>
                <a:spcPct val="0"/>
              </a:spcBef>
              <a:buClrTx/>
              <a:buSzTx/>
              <a:buFontTx/>
              <a:buNone/>
            </a:pPr>
            <a:r>
              <a:rPr lang="en-US" altLang="en-US"/>
              <a:t>gcd(m, n) = gcd(n, m % n); otherwise;</a:t>
            </a:r>
          </a:p>
          <a:p>
            <a:pPr>
              <a:spcBef>
                <a:spcPct val="0"/>
              </a:spcBef>
              <a:buClrTx/>
              <a:buSzTx/>
              <a:buFontTx/>
              <a:buNone/>
            </a:pPr>
            <a:endParaRPr lang="en-US" altLang="en-US"/>
          </a:p>
        </p:txBody>
      </p:sp>
      <p:sp>
        <p:nvSpPr>
          <p:cNvPr id="97282" name="Slide Number Placeholder 4">
            <a:extLst>
              <a:ext uri="{FF2B5EF4-FFF2-40B4-BE49-F238E27FC236}">
                <a16:creationId xmlns:a16="http://schemas.microsoft.com/office/drawing/2014/main" id="{62440713-BAC3-4768-A4CE-45CF6CE5FB4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D70DD29-3392-45AA-B753-FBA1906E6448}" type="slidenum">
              <a:rPr lang="en-US" altLang="en-US" sz="1400"/>
              <a:pPr>
                <a:spcBef>
                  <a:spcPct val="0"/>
                </a:spcBef>
                <a:buClrTx/>
                <a:buSzTx/>
                <a:buFontTx/>
                <a:buNone/>
              </a:pPr>
              <a:t>52</a:t>
            </a:fld>
            <a:endParaRPr lang="en-US" altLang="en-US" sz="1400"/>
          </a:p>
        </p:txBody>
      </p:sp>
    </p:spTree>
  </p:cSld>
  <p:clrMapOvr>
    <a:masterClrMapping/>
  </p:clrMapOvr>
</p:sld>
</file>

<file path=ppt/theme/theme1.xml><?xml version="1.0" encoding="utf-8"?>
<a:theme xmlns:a="http://schemas.openxmlformats.org/drawingml/2006/main" name="Internationa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Chapter 19_Generics</Template>
  <TotalTime>23961</TotalTime>
  <Words>3010</Words>
  <Application>Microsoft Office PowerPoint</Application>
  <PresentationFormat>On-screen Show (4:3)</PresentationFormat>
  <Paragraphs>376</Paragraphs>
  <Slides>52</Slides>
  <Notes>49</Notes>
  <HiddenSlides>0</HiddenSlides>
  <MMClips>0</MMClips>
  <ScaleCrop>false</ScaleCrop>
  <HeadingPairs>
    <vt:vector size="10"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52</vt:i4>
      </vt:variant>
      <vt:variant>
        <vt:lpstr>Custom Shows</vt:lpstr>
      </vt:variant>
      <vt:variant>
        <vt:i4>1</vt:i4>
      </vt:variant>
    </vt:vector>
  </HeadingPairs>
  <TitlesOfParts>
    <vt:vector size="64" baseType="lpstr">
      <vt:lpstr>Arial</vt:lpstr>
      <vt:lpstr>Book Antiqua</vt:lpstr>
      <vt:lpstr>Courier</vt:lpstr>
      <vt:lpstr>Courier New</vt:lpstr>
      <vt:lpstr>Forte</vt:lpstr>
      <vt:lpstr>Monotype Sorts</vt:lpstr>
      <vt:lpstr>Times New Roman</vt:lpstr>
      <vt:lpstr>Wingdings</vt:lpstr>
      <vt:lpstr>International</vt:lpstr>
      <vt:lpstr>Picture</vt:lpstr>
      <vt:lpstr>Equation</vt:lpstr>
      <vt:lpstr>Chapter 18 Recursion</vt:lpstr>
      <vt:lpstr>Motivations</vt:lpstr>
      <vt:lpstr>Objectives</vt:lpstr>
      <vt:lpstr>PowerPoint Presentation</vt:lpstr>
      <vt:lpstr>PowerPoint Presentation</vt:lpstr>
      <vt:lpstr>PowerPoint Presentation</vt:lpstr>
      <vt:lpstr>Computing Factorial</vt:lpstr>
      <vt:lpstr>Computing Factorial</vt:lpstr>
      <vt:lpstr>Computing Factorial</vt:lpstr>
      <vt:lpstr>Computing Factorial</vt:lpstr>
      <vt:lpstr>Computing Factorial</vt:lpstr>
      <vt:lpstr>Computing Factorial</vt:lpstr>
      <vt:lpstr>Computing Factorial</vt:lpstr>
      <vt:lpstr>Trace Recursive factorial</vt:lpstr>
      <vt:lpstr>Trace Recursive factorial</vt:lpstr>
      <vt:lpstr>Trace Recursive factorial</vt:lpstr>
      <vt:lpstr>Trace Recursive factorial</vt:lpstr>
      <vt:lpstr>Trace Recursive factorial</vt:lpstr>
      <vt:lpstr>Trace Recursive factorial</vt:lpstr>
      <vt:lpstr>Trace Recursive factorial</vt:lpstr>
      <vt:lpstr>Trace Recursive factorial</vt:lpstr>
      <vt:lpstr>Trace Recursive factorial</vt:lpstr>
      <vt:lpstr>Trace Recursive factorial</vt:lpstr>
      <vt:lpstr>Trace Recursive factorial</vt:lpstr>
      <vt:lpstr>factorial(4) Stack Trace</vt:lpstr>
      <vt:lpstr>Problem Solving Using Recursion</vt:lpstr>
      <vt:lpstr>Characteristics of Recursion </vt:lpstr>
      <vt:lpstr>Computing Factorial</vt:lpstr>
      <vt:lpstr>Fibonacci Numbers</vt:lpstr>
      <vt:lpstr>Fibonnaci Numbers, cont.</vt:lpstr>
      <vt:lpstr>Problem Solving Using Recursion</vt:lpstr>
      <vt:lpstr>Recursive Selection Sort</vt:lpstr>
      <vt:lpstr>Selection Sort</vt:lpstr>
      <vt:lpstr>Recursion vs. Iteration</vt:lpstr>
      <vt:lpstr>Advantages of Using Recursion</vt:lpstr>
      <vt:lpstr>Tail Recursion</vt:lpstr>
      <vt:lpstr>Tail Recursion</vt:lpstr>
      <vt:lpstr>Think Recursively</vt:lpstr>
      <vt:lpstr>Recursive Helper Methods</vt:lpstr>
      <vt:lpstr>Recursive Helper Methods</vt:lpstr>
      <vt:lpstr>Recursive Binary Search</vt:lpstr>
      <vt:lpstr>Recursive Implementation</vt:lpstr>
      <vt:lpstr>Directory Size</vt:lpstr>
      <vt:lpstr>Directory Size</vt:lpstr>
      <vt:lpstr>Tower of Hanoi</vt:lpstr>
      <vt:lpstr>Tower of Hanoi Animation</vt:lpstr>
      <vt:lpstr>Tower of Hanoi, cont.</vt:lpstr>
      <vt:lpstr>Solution to Tower of Hanoi</vt:lpstr>
      <vt:lpstr>Solution to Tower of Hanoi</vt:lpstr>
      <vt:lpstr>Exercise 18.3 GCD</vt:lpstr>
      <vt:lpstr>Approach 2: Euclid’s algorithm</vt:lpstr>
      <vt:lpstr>Approach 3: Recursive Method</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Methods</dc:title>
  <dc:creator>Y. Daniel Liang</dc:creator>
  <cp:lastModifiedBy>Nguyen, Phuong Tran Lan</cp:lastModifiedBy>
  <cp:revision>254</cp:revision>
  <dcterms:created xsi:type="dcterms:W3CDTF">1995-06-10T17:31:50Z</dcterms:created>
  <dcterms:modified xsi:type="dcterms:W3CDTF">2025-09-02T16:08:13Z</dcterms:modified>
</cp:coreProperties>
</file>