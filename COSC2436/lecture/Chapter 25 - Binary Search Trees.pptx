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900" r:id="rId1"/>
  </p:sldMasterIdLst>
  <p:notesMasterIdLst>
    <p:notesMasterId r:id="rId55"/>
  </p:notesMasterIdLst>
  <p:handoutMasterIdLst>
    <p:handoutMasterId r:id="rId56"/>
  </p:handoutMasterIdLst>
  <p:sldIdLst>
    <p:sldId id="438" r:id="rId2"/>
    <p:sldId id="488" r:id="rId3"/>
    <p:sldId id="510" r:id="rId4"/>
    <p:sldId id="587" r:id="rId5"/>
    <p:sldId id="511" r:id="rId6"/>
    <p:sldId id="512" r:id="rId7"/>
    <p:sldId id="513" r:id="rId8"/>
    <p:sldId id="595" r:id="rId9"/>
    <p:sldId id="514" r:id="rId10"/>
    <p:sldId id="544" r:id="rId11"/>
    <p:sldId id="545" r:id="rId12"/>
    <p:sldId id="546" r:id="rId13"/>
    <p:sldId id="547" r:id="rId14"/>
    <p:sldId id="548" r:id="rId15"/>
    <p:sldId id="549" r:id="rId16"/>
    <p:sldId id="550" r:id="rId17"/>
    <p:sldId id="551" r:id="rId18"/>
    <p:sldId id="552" r:id="rId19"/>
    <p:sldId id="553" r:id="rId20"/>
    <p:sldId id="554" r:id="rId21"/>
    <p:sldId id="555" r:id="rId22"/>
    <p:sldId id="556" r:id="rId23"/>
    <p:sldId id="557" r:id="rId24"/>
    <p:sldId id="558" r:id="rId25"/>
    <p:sldId id="559" r:id="rId26"/>
    <p:sldId id="562" r:id="rId27"/>
    <p:sldId id="560" r:id="rId28"/>
    <p:sldId id="561" r:id="rId29"/>
    <p:sldId id="563" r:id="rId30"/>
    <p:sldId id="543" r:id="rId31"/>
    <p:sldId id="515" r:id="rId32"/>
    <p:sldId id="590" r:id="rId33"/>
    <p:sldId id="516" r:id="rId34"/>
    <p:sldId id="517" r:id="rId35"/>
    <p:sldId id="573" r:id="rId36"/>
    <p:sldId id="518" r:id="rId37"/>
    <p:sldId id="572" r:id="rId38"/>
    <p:sldId id="575" r:id="rId39"/>
    <p:sldId id="576" r:id="rId40"/>
    <p:sldId id="578" r:id="rId41"/>
    <p:sldId id="579" r:id="rId42"/>
    <p:sldId id="581" r:id="rId43"/>
    <p:sldId id="582" r:id="rId44"/>
    <p:sldId id="580" r:id="rId45"/>
    <p:sldId id="583" r:id="rId46"/>
    <p:sldId id="584" r:id="rId47"/>
    <p:sldId id="574" r:id="rId48"/>
    <p:sldId id="589" r:id="rId49"/>
    <p:sldId id="586" r:id="rId50"/>
    <p:sldId id="591" r:id="rId51"/>
    <p:sldId id="593" r:id="rId52"/>
    <p:sldId id="594" r:id="rId53"/>
    <p:sldId id="596" r:id="rId54"/>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296">
          <p15:clr>
            <a:srgbClr val="A4A3A4"/>
          </p15:clr>
        </p15:guide>
        <p15:guide id="2" pos="576">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90929"/>
  </p:normalViewPr>
  <p:slideViewPr>
    <p:cSldViewPr>
      <p:cViewPr varScale="1">
        <p:scale>
          <a:sx n="69" d="100"/>
          <a:sy n="69" d="100"/>
        </p:scale>
        <p:origin x="1617" y="42"/>
      </p:cViewPr>
      <p:guideLst>
        <p:guide orient="horz" pos="1296"/>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33" d="100"/>
        <a:sy n="33" d="100"/>
      </p:scale>
      <p:origin x="0" y="0"/>
    </p:cViewPr>
  </p:sorterViewPr>
  <p:notesViewPr>
    <p:cSldViewPr>
      <p:cViewPr varScale="1">
        <p:scale>
          <a:sx n="43" d="100"/>
          <a:sy n="43" d="100"/>
        </p:scale>
        <p:origin x="-1422" y="-84"/>
      </p:cViewPr>
      <p:guideLst>
        <p:guide orient="horz" pos="2160"/>
        <p:guide pos="2880"/>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34042B2D-2A9F-4BD5-911D-ADC9192FB4ED}"/>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eaLnBrk="0" hangingPunct="0">
              <a:defRPr sz="1000" i="1">
                <a:cs typeface="+mn-cs"/>
              </a:defRPr>
            </a:lvl1pPr>
          </a:lstStyle>
          <a:p>
            <a:pPr>
              <a:defRPr/>
            </a:pPr>
            <a:endParaRPr lang="en-US"/>
          </a:p>
        </p:txBody>
      </p:sp>
      <p:sp>
        <p:nvSpPr>
          <p:cNvPr id="2051" name="Rectangle 3">
            <a:extLst>
              <a:ext uri="{FF2B5EF4-FFF2-40B4-BE49-F238E27FC236}">
                <a16:creationId xmlns:a16="http://schemas.microsoft.com/office/drawing/2014/main" id="{7FE5B888-30D9-414D-9FFD-B4536BAAD812}"/>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eaLnBrk="0" hangingPunct="0">
              <a:defRPr sz="1000" i="1">
                <a:cs typeface="+mn-cs"/>
              </a:defRPr>
            </a:lvl1pPr>
          </a:lstStyle>
          <a:p>
            <a:pPr>
              <a:defRPr/>
            </a:pPr>
            <a:endParaRPr lang="en-US"/>
          </a:p>
        </p:txBody>
      </p:sp>
      <p:sp>
        <p:nvSpPr>
          <p:cNvPr id="3076" name="Rectangle 4">
            <a:extLst>
              <a:ext uri="{FF2B5EF4-FFF2-40B4-BE49-F238E27FC236}">
                <a16:creationId xmlns:a16="http://schemas.microsoft.com/office/drawing/2014/main" id="{1FA7C7A8-CFFF-4AC9-8CEC-002ED7FC2DFA}"/>
              </a:ext>
            </a:extLst>
          </p:cNvPr>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27A99136-4E4F-4EF6-A389-590874E4B4FB}"/>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a:extLst>
              <a:ext uri="{FF2B5EF4-FFF2-40B4-BE49-F238E27FC236}">
                <a16:creationId xmlns:a16="http://schemas.microsoft.com/office/drawing/2014/main" id="{E9CDD5BA-3746-41CA-809A-DB6D6AD631F9}"/>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eaLnBrk="0" hangingPunct="0">
              <a:defRPr sz="1000" i="1">
                <a:cs typeface="+mn-cs"/>
              </a:defRPr>
            </a:lvl1pPr>
          </a:lstStyle>
          <a:p>
            <a:pPr>
              <a:defRPr/>
            </a:pPr>
            <a:endParaRPr lang="en-US"/>
          </a:p>
        </p:txBody>
      </p:sp>
      <p:sp>
        <p:nvSpPr>
          <p:cNvPr id="2055" name="Rectangle 7">
            <a:extLst>
              <a:ext uri="{FF2B5EF4-FFF2-40B4-BE49-F238E27FC236}">
                <a16:creationId xmlns:a16="http://schemas.microsoft.com/office/drawing/2014/main" id="{18A9C244-D090-437B-83A9-08BF448F8895}"/>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a:lvl1pPr>
          </a:lstStyle>
          <a:p>
            <a:fld id="{FF2C1251-9901-4191-9FAF-E1D10CF90DCC}"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FF2C1251-9901-4191-9FAF-E1D10CF90DCC}" type="slidenum">
              <a:rPr lang="en-US" altLang="en-US" smtClean="0"/>
              <a:pPr/>
              <a:t>42</a:t>
            </a:fld>
            <a:endParaRPr lang="en-US" altLang="en-US"/>
          </a:p>
        </p:txBody>
      </p:sp>
    </p:spTree>
    <p:extLst>
      <p:ext uri="{BB962C8B-B14F-4D97-AF65-F5344CB8AC3E}">
        <p14:creationId xmlns:p14="http://schemas.microsoft.com/office/powerpoint/2010/main" val="2838366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31">
            <a:extLst>
              <a:ext uri="{FF2B5EF4-FFF2-40B4-BE49-F238E27FC236}">
                <a16:creationId xmlns:a16="http://schemas.microsoft.com/office/drawing/2014/main" id="{61FC91DB-7ADF-4F5A-BE25-54B5E3D6A24C}"/>
              </a:ext>
            </a:extLst>
          </p:cNvPr>
          <p:cNvGrpSpPr>
            <a:grpSpLocks/>
          </p:cNvGrpSpPr>
          <p:nvPr/>
        </p:nvGrpSpPr>
        <p:grpSpPr bwMode="auto">
          <a:xfrm>
            <a:off x="0" y="114300"/>
            <a:ext cx="9142413" cy="6742113"/>
            <a:chOff x="0" y="72"/>
            <a:chExt cx="5759" cy="4247"/>
          </a:xfrm>
        </p:grpSpPr>
        <p:sp>
          <p:nvSpPr>
            <p:cNvPr id="5" name="Rectangle 2">
              <a:extLst>
                <a:ext uri="{FF2B5EF4-FFF2-40B4-BE49-F238E27FC236}">
                  <a16:creationId xmlns:a16="http://schemas.microsoft.com/office/drawing/2014/main" id="{71927960-2F8B-4333-9003-3DB92F56F481}"/>
                </a:ext>
              </a:extLst>
            </p:cNvPr>
            <p:cNvSpPr>
              <a:spLocks noChangeArrowheads="1"/>
            </p:cNvSpPr>
            <p:nvPr/>
          </p:nvSpPr>
          <p:spPr bwMode="hidden">
            <a:xfrm>
              <a:off x="0" y="2112"/>
              <a:ext cx="5759" cy="2207"/>
            </a:xfrm>
            <a:prstGeom prst="rect">
              <a:avLst/>
            </a:prstGeom>
            <a:solidFill>
              <a:schemeClr val="bg1"/>
            </a:soli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6" name="Group 30">
              <a:extLst>
                <a:ext uri="{FF2B5EF4-FFF2-40B4-BE49-F238E27FC236}">
                  <a16:creationId xmlns:a16="http://schemas.microsoft.com/office/drawing/2014/main" id="{40FC582F-6612-4C14-99AD-1BEEABB34391}"/>
                </a:ext>
              </a:extLst>
            </p:cNvPr>
            <p:cNvGrpSpPr>
              <a:grpSpLocks/>
            </p:cNvGrpSpPr>
            <p:nvPr/>
          </p:nvGrpSpPr>
          <p:grpSpPr bwMode="auto">
            <a:xfrm>
              <a:off x="0" y="72"/>
              <a:ext cx="5759" cy="2040"/>
              <a:chOff x="0" y="72"/>
              <a:chExt cx="5759" cy="2040"/>
            </a:xfrm>
          </p:grpSpPr>
          <p:sp>
            <p:nvSpPr>
              <p:cNvPr id="7" name="Rectangle 3">
                <a:extLst>
                  <a:ext uri="{FF2B5EF4-FFF2-40B4-BE49-F238E27FC236}">
                    <a16:creationId xmlns:a16="http://schemas.microsoft.com/office/drawing/2014/main" id="{A42B4868-8E85-4E67-9A7E-0EA85A096585}"/>
                  </a:ext>
                </a:extLst>
              </p:cNvPr>
              <p:cNvSpPr>
                <a:spLocks noChangeArrowheads="1"/>
              </p:cNvSpPr>
              <p:nvPr/>
            </p:nvSpPr>
            <p:spPr bwMode="hidden">
              <a:xfrm>
                <a:off x="0" y="1872"/>
                <a:ext cx="5759" cy="240"/>
              </a:xfrm>
              <a:prstGeom prst="rect">
                <a:avLst/>
              </a:prstGeom>
              <a:gradFill rotWithShape="0">
                <a:gsLst>
                  <a:gs pos="0">
                    <a:schemeClr val="bg1"/>
                  </a:gs>
                  <a:gs pos="100000">
                    <a:schemeClr val="hlink"/>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8" name="Group 9">
                <a:extLst>
                  <a:ext uri="{FF2B5EF4-FFF2-40B4-BE49-F238E27FC236}">
                    <a16:creationId xmlns:a16="http://schemas.microsoft.com/office/drawing/2014/main" id="{BDD480BE-E0B8-4DCC-9F8D-21628FAF588C}"/>
                  </a:ext>
                </a:extLst>
              </p:cNvPr>
              <p:cNvGrpSpPr>
                <a:grpSpLocks/>
              </p:cNvGrpSpPr>
              <p:nvPr/>
            </p:nvGrpSpPr>
            <p:grpSpPr bwMode="auto">
              <a:xfrm>
                <a:off x="2289" y="72"/>
                <a:ext cx="1440" cy="1984"/>
                <a:chOff x="2289" y="72"/>
                <a:chExt cx="1440" cy="1984"/>
              </a:xfrm>
            </p:grpSpPr>
            <p:sp>
              <p:nvSpPr>
                <p:cNvPr id="29" name="Freeform 4">
                  <a:extLst>
                    <a:ext uri="{FF2B5EF4-FFF2-40B4-BE49-F238E27FC236}">
                      <a16:creationId xmlns:a16="http://schemas.microsoft.com/office/drawing/2014/main" id="{168EE059-6BB5-42C5-96E3-66D90C9B9F3D}"/>
                    </a:ext>
                  </a:extLst>
                </p:cNvPr>
                <p:cNvSpPr>
                  <a:spLocks/>
                </p:cNvSpPr>
                <p:nvPr/>
              </p:nvSpPr>
              <p:spPr bwMode="ltGray">
                <a:xfrm>
                  <a:off x="2289" y="127"/>
                  <a:ext cx="1440" cy="1770"/>
                </a:xfrm>
                <a:custGeom>
                  <a:avLst/>
                  <a:gdLst>
                    <a:gd name="T0" fmla="*/ 901 w 1440"/>
                    <a:gd name="T1" fmla="*/ 33 h 1770"/>
                    <a:gd name="T2" fmla="*/ 1066 w 1440"/>
                    <a:gd name="T3" fmla="*/ 129 h 1770"/>
                    <a:gd name="T4" fmla="*/ 1207 w 1440"/>
                    <a:gd name="T5" fmla="*/ 256 h 1770"/>
                    <a:gd name="T6" fmla="*/ 1316 w 1440"/>
                    <a:gd name="T7" fmla="*/ 410 h 1770"/>
                    <a:gd name="T8" fmla="*/ 1394 w 1440"/>
                    <a:gd name="T9" fmla="*/ 581 h 1770"/>
                    <a:gd name="T10" fmla="*/ 1435 w 1440"/>
                    <a:gd name="T11" fmla="*/ 766 h 1770"/>
                    <a:gd name="T12" fmla="*/ 1435 w 1440"/>
                    <a:gd name="T13" fmla="*/ 958 h 1770"/>
                    <a:gd name="T14" fmla="*/ 1394 w 1440"/>
                    <a:gd name="T15" fmla="*/ 1143 h 1770"/>
                    <a:gd name="T16" fmla="*/ 1316 w 1440"/>
                    <a:gd name="T17" fmla="*/ 1314 h 1770"/>
                    <a:gd name="T18" fmla="*/ 1207 w 1440"/>
                    <a:gd name="T19" fmla="*/ 1468 h 1770"/>
                    <a:gd name="T20" fmla="*/ 1066 w 1440"/>
                    <a:gd name="T21" fmla="*/ 1597 h 1770"/>
                    <a:gd name="T22" fmla="*/ 901 w 1440"/>
                    <a:gd name="T23" fmla="*/ 1691 h 1770"/>
                    <a:gd name="T24" fmla="*/ 721 w 1440"/>
                    <a:gd name="T25" fmla="*/ 1749 h 1770"/>
                    <a:gd name="T26" fmla="*/ 533 w 1440"/>
                    <a:gd name="T27" fmla="*/ 1769 h 1770"/>
                    <a:gd name="T28" fmla="*/ 344 w 1440"/>
                    <a:gd name="T29" fmla="*/ 1749 h 1770"/>
                    <a:gd name="T30" fmla="*/ 165 w 1440"/>
                    <a:gd name="T31" fmla="*/ 1691 h 1770"/>
                    <a:gd name="T32" fmla="*/ 0 w 1440"/>
                    <a:gd name="T33" fmla="*/ 1597 h 1770"/>
                    <a:gd name="T34" fmla="*/ 125 w 1440"/>
                    <a:gd name="T35" fmla="*/ 1571 h 1770"/>
                    <a:gd name="T36" fmla="*/ 281 w 1440"/>
                    <a:gd name="T37" fmla="*/ 1640 h 1770"/>
                    <a:gd name="T38" fmla="*/ 446 w 1440"/>
                    <a:gd name="T39" fmla="*/ 1675 h 1770"/>
                    <a:gd name="T40" fmla="*/ 618 w 1440"/>
                    <a:gd name="T41" fmla="*/ 1675 h 1770"/>
                    <a:gd name="T42" fmla="*/ 785 w 1440"/>
                    <a:gd name="T43" fmla="*/ 1640 h 1770"/>
                    <a:gd name="T44" fmla="*/ 941 w 1440"/>
                    <a:gd name="T45" fmla="*/ 1571 h 1770"/>
                    <a:gd name="T46" fmla="*/ 1080 w 1440"/>
                    <a:gd name="T47" fmla="*/ 1470 h 1770"/>
                    <a:gd name="T48" fmla="*/ 1194 w 1440"/>
                    <a:gd name="T49" fmla="*/ 1343 h 1770"/>
                    <a:gd name="T50" fmla="*/ 1281 w 1440"/>
                    <a:gd name="T51" fmla="*/ 1194 h 1770"/>
                    <a:gd name="T52" fmla="*/ 1332 w 1440"/>
                    <a:gd name="T53" fmla="*/ 1032 h 1770"/>
                    <a:gd name="T54" fmla="*/ 1350 w 1440"/>
                    <a:gd name="T55" fmla="*/ 862 h 1770"/>
                    <a:gd name="T56" fmla="*/ 1332 w 1440"/>
                    <a:gd name="T57" fmla="*/ 691 h 1770"/>
                    <a:gd name="T58" fmla="*/ 1281 w 1440"/>
                    <a:gd name="T59" fmla="*/ 530 h 1770"/>
                    <a:gd name="T60" fmla="*/ 1194 w 1440"/>
                    <a:gd name="T61" fmla="*/ 381 h 1770"/>
                    <a:gd name="T62" fmla="*/ 1080 w 1440"/>
                    <a:gd name="T63" fmla="*/ 254 h 1770"/>
                    <a:gd name="T64" fmla="*/ 941 w 1440"/>
                    <a:gd name="T65" fmla="*/ 154 h 1770"/>
                    <a:gd name="T66" fmla="*/ 785 w 1440"/>
                    <a:gd name="T67" fmla="*/ 85 h 1770"/>
                    <a:gd name="T68" fmla="*/ 812 w 1440"/>
                    <a:gd name="T69" fmla="*/ 0 h 17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40" h="1770">
                      <a:moveTo>
                        <a:pt x="812" y="0"/>
                      </a:moveTo>
                      <a:lnTo>
                        <a:pt x="901" y="33"/>
                      </a:lnTo>
                      <a:lnTo>
                        <a:pt x="986" y="78"/>
                      </a:lnTo>
                      <a:lnTo>
                        <a:pt x="1066" y="129"/>
                      </a:lnTo>
                      <a:lnTo>
                        <a:pt x="1140" y="187"/>
                      </a:lnTo>
                      <a:lnTo>
                        <a:pt x="1207" y="256"/>
                      </a:lnTo>
                      <a:lnTo>
                        <a:pt x="1265" y="330"/>
                      </a:lnTo>
                      <a:lnTo>
                        <a:pt x="1316" y="410"/>
                      </a:lnTo>
                      <a:lnTo>
                        <a:pt x="1361" y="492"/>
                      </a:lnTo>
                      <a:lnTo>
                        <a:pt x="1394" y="581"/>
                      </a:lnTo>
                      <a:lnTo>
                        <a:pt x="1419" y="673"/>
                      </a:lnTo>
                      <a:lnTo>
                        <a:pt x="1435" y="766"/>
                      </a:lnTo>
                      <a:lnTo>
                        <a:pt x="1439" y="862"/>
                      </a:lnTo>
                      <a:lnTo>
                        <a:pt x="1435" y="958"/>
                      </a:lnTo>
                      <a:lnTo>
                        <a:pt x="1419" y="1052"/>
                      </a:lnTo>
                      <a:lnTo>
                        <a:pt x="1394" y="1143"/>
                      </a:lnTo>
                      <a:lnTo>
                        <a:pt x="1361" y="1230"/>
                      </a:lnTo>
                      <a:lnTo>
                        <a:pt x="1316" y="1314"/>
                      </a:lnTo>
                      <a:lnTo>
                        <a:pt x="1265" y="1395"/>
                      </a:lnTo>
                      <a:lnTo>
                        <a:pt x="1207" y="1468"/>
                      </a:lnTo>
                      <a:lnTo>
                        <a:pt x="1140" y="1537"/>
                      </a:lnTo>
                      <a:lnTo>
                        <a:pt x="1066" y="1597"/>
                      </a:lnTo>
                      <a:lnTo>
                        <a:pt x="986" y="1646"/>
                      </a:lnTo>
                      <a:lnTo>
                        <a:pt x="901" y="1691"/>
                      </a:lnTo>
                      <a:lnTo>
                        <a:pt x="812" y="1724"/>
                      </a:lnTo>
                      <a:lnTo>
                        <a:pt x="721" y="1749"/>
                      </a:lnTo>
                      <a:lnTo>
                        <a:pt x="627" y="1765"/>
                      </a:lnTo>
                      <a:lnTo>
                        <a:pt x="533" y="1769"/>
                      </a:lnTo>
                      <a:lnTo>
                        <a:pt x="437" y="1765"/>
                      </a:lnTo>
                      <a:lnTo>
                        <a:pt x="344" y="1749"/>
                      </a:lnTo>
                      <a:lnTo>
                        <a:pt x="252" y="1724"/>
                      </a:lnTo>
                      <a:lnTo>
                        <a:pt x="165" y="1691"/>
                      </a:lnTo>
                      <a:lnTo>
                        <a:pt x="80" y="1646"/>
                      </a:lnTo>
                      <a:lnTo>
                        <a:pt x="0" y="1597"/>
                      </a:lnTo>
                      <a:lnTo>
                        <a:pt x="51" y="1524"/>
                      </a:lnTo>
                      <a:lnTo>
                        <a:pt x="125" y="1571"/>
                      </a:lnTo>
                      <a:lnTo>
                        <a:pt x="201" y="1609"/>
                      </a:lnTo>
                      <a:lnTo>
                        <a:pt x="281" y="1640"/>
                      </a:lnTo>
                      <a:lnTo>
                        <a:pt x="364" y="1662"/>
                      </a:lnTo>
                      <a:lnTo>
                        <a:pt x="446" y="1675"/>
                      </a:lnTo>
                      <a:lnTo>
                        <a:pt x="533" y="1680"/>
                      </a:lnTo>
                      <a:lnTo>
                        <a:pt x="618" y="1675"/>
                      </a:lnTo>
                      <a:lnTo>
                        <a:pt x="703" y="1662"/>
                      </a:lnTo>
                      <a:lnTo>
                        <a:pt x="785" y="1640"/>
                      </a:lnTo>
                      <a:lnTo>
                        <a:pt x="866" y="1609"/>
                      </a:lnTo>
                      <a:lnTo>
                        <a:pt x="941" y="1571"/>
                      </a:lnTo>
                      <a:lnTo>
                        <a:pt x="1013" y="1524"/>
                      </a:lnTo>
                      <a:lnTo>
                        <a:pt x="1080" y="1470"/>
                      </a:lnTo>
                      <a:lnTo>
                        <a:pt x="1140" y="1410"/>
                      </a:lnTo>
                      <a:lnTo>
                        <a:pt x="1194" y="1343"/>
                      </a:lnTo>
                      <a:lnTo>
                        <a:pt x="1240" y="1270"/>
                      </a:lnTo>
                      <a:lnTo>
                        <a:pt x="1281" y="1194"/>
                      </a:lnTo>
                      <a:lnTo>
                        <a:pt x="1312" y="1116"/>
                      </a:lnTo>
                      <a:lnTo>
                        <a:pt x="1332" y="1032"/>
                      </a:lnTo>
                      <a:lnTo>
                        <a:pt x="1345" y="947"/>
                      </a:lnTo>
                      <a:lnTo>
                        <a:pt x="1350" y="862"/>
                      </a:lnTo>
                      <a:lnTo>
                        <a:pt x="1345" y="775"/>
                      </a:lnTo>
                      <a:lnTo>
                        <a:pt x="1332" y="691"/>
                      </a:lnTo>
                      <a:lnTo>
                        <a:pt x="1312" y="608"/>
                      </a:lnTo>
                      <a:lnTo>
                        <a:pt x="1281" y="530"/>
                      </a:lnTo>
                      <a:lnTo>
                        <a:pt x="1240" y="452"/>
                      </a:lnTo>
                      <a:lnTo>
                        <a:pt x="1194" y="381"/>
                      </a:lnTo>
                      <a:lnTo>
                        <a:pt x="1140" y="314"/>
                      </a:lnTo>
                      <a:lnTo>
                        <a:pt x="1080" y="254"/>
                      </a:lnTo>
                      <a:lnTo>
                        <a:pt x="1013" y="201"/>
                      </a:lnTo>
                      <a:lnTo>
                        <a:pt x="941" y="154"/>
                      </a:lnTo>
                      <a:lnTo>
                        <a:pt x="866" y="114"/>
                      </a:lnTo>
                      <a:lnTo>
                        <a:pt x="785" y="85"/>
                      </a:lnTo>
                      <a:lnTo>
                        <a:pt x="788" y="78"/>
                      </a:lnTo>
                      <a:lnTo>
                        <a:pt x="81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5">
                  <a:extLst>
                    <a:ext uri="{FF2B5EF4-FFF2-40B4-BE49-F238E27FC236}">
                      <a16:creationId xmlns:a16="http://schemas.microsoft.com/office/drawing/2014/main" id="{9E5D42EF-22AB-4645-BBFD-4F6971CB4700}"/>
                    </a:ext>
                  </a:extLst>
                </p:cNvPr>
                <p:cNvSpPr>
                  <a:spLocks noChangeShapeType="1"/>
                </p:cNvSpPr>
                <p:nvPr/>
              </p:nvSpPr>
              <p:spPr bwMode="ltGray">
                <a:xfrm flipV="1">
                  <a:off x="2324" y="1620"/>
                  <a:ext cx="143" cy="258"/>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6">
                  <a:extLst>
                    <a:ext uri="{FF2B5EF4-FFF2-40B4-BE49-F238E27FC236}">
                      <a16:creationId xmlns:a16="http://schemas.microsoft.com/office/drawing/2014/main" id="{897446EE-2740-42A8-9EEB-118C99368CAF}"/>
                    </a:ext>
                  </a:extLst>
                </p:cNvPr>
                <p:cNvSpPr>
                  <a:spLocks noChangeShapeType="1"/>
                </p:cNvSpPr>
                <p:nvPr/>
              </p:nvSpPr>
              <p:spPr bwMode="ltGray">
                <a:xfrm flipV="1">
                  <a:off x="3119" y="243"/>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Line 7">
                  <a:extLst>
                    <a:ext uri="{FF2B5EF4-FFF2-40B4-BE49-F238E27FC236}">
                      <a16:creationId xmlns:a16="http://schemas.microsoft.com/office/drawing/2014/main" id="{D28D7690-CB0B-4620-8A92-57BCA6DA968E}"/>
                    </a:ext>
                  </a:extLst>
                </p:cNvPr>
                <p:cNvSpPr>
                  <a:spLocks noChangeShapeType="1"/>
                </p:cNvSpPr>
                <p:nvPr/>
              </p:nvSpPr>
              <p:spPr bwMode="ltGray">
                <a:xfrm flipV="1">
                  <a:off x="3203" y="72"/>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Freeform 8">
                  <a:extLst>
                    <a:ext uri="{FF2B5EF4-FFF2-40B4-BE49-F238E27FC236}">
                      <a16:creationId xmlns:a16="http://schemas.microsoft.com/office/drawing/2014/main" id="{5765BC86-DECA-4DEA-B069-2914D53EAEF9}"/>
                    </a:ext>
                  </a:extLst>
                </p:cNvPr>
                <p:cNvSpPr>
                  <a:spLocks/>
                </p:cNvSpPr>
                <p:nvPr/>
              </p:nvSpPr>
              <p:spPr bwMode="ltGray">
                <a:xfrm>
                  <a:off x="2483" y="1903"/>
                  <a:ext cx="841" cy="153"/>
                </a:xfrm>
                <a:custGeom>
                  <a:avLst/>
                  <a:gdLst>
                    <a:gd name="T0" fmla="*/ 3 w 841"/>
                    <a:gd name="T1" fmla="*/ 98 h 153"/>
                    <a:gd name="T2" fmla="*/ 20 w 841"/>
                    <a:gd name="T3" fmla="*/ 80 h 153"/>
                    <a:gd name="T4" fmla="*/ 44 w 841"/>
                    <a:gd name="T5" fmla="*/ 65 h 153"/>
                    <a:gd name="T6" fmla="*/ 89 w 841"/>
                    <a:gd name="T7" fmla="*/ 43 h 153"/>
                    <a:gd name="T8" fmla="*/ 140 w 841"/>
                    <a:gd name="T9" fmla="*/ 30 h 153"/>
                    <a:gd name="T10" fmla="*/ 188 w 841"/>
                    <a:gd name="T11" fmla="*/ 19 h 153"/>
                    <a:gd name="T12" fmla="*/ 253 w 841"/>
                    <a:gd name="T13" fmla="*/ 9 h 153"/>
                    <a:gd name="T14" fmla="*/ 314 w 841"/>
                    <a:gd name="T15" fmla="*/ 3 h 153"/>
                    <a:gd name="T16" fmla="*/ 386 w 841"/>
                    <a:gd name="T17" fmla="*/ 0 h 153"/>
                    <a:gd name="T18" fmla="*/ 475 w 841"/>
                    <a:gd name="T19" fmla="*/ 1 h 153"/>
                    <a:gd name="T20" fmla="*/ 567 w 841"/>
                    <a:gd name="T21" fmla="*/ 6 h 153"/>
                    <a:gd name="T22" fmla="*/ 632 w 841"/>
                    <a:gd name="T23" fmla="*/ 14 h 153"/>
                    <a:gd name="T24" fmla="*/ 700 w 841"/>
                    <a:gd name="T25" fmla="*/ 27 h 153"/>
                    <a:gd name="T26" fmla="*/ 765 w 841"/>
                    <a:gd name="T27" fmla="*/ 47 h 153"/>
                    <a:gd name="T28" fmla="*/ 799 w 841"/>
                    <a:gd name="T29" fmla="*/ 66 h 153"/>
                    <a:gd name="T30" fmla="*/ 820 w 841"/>
                    <a:gd name="T31" fmla="*/ 82 h 153"/>
                    <a:gd name="T32" fmla="*/ 840 w 841"/>
                    <a:gd name="T33" fmla="*/ 108 h 153"/>
                    <a:gd name="T34" fmla="*/ 806 w 841"/>
                    <a:gd name="T35" fmla="*/ 122 h 153"/>
                    <a:gd name="T36" fmla="*/ 748 w 841"/>
                    <a:gd name="T37" fmla="*/ 133 h 153"/>
                    <a:gd name="T38" fmla="*/ 676 w 841"/>
                    <a:gd name="T39" fmla="*/ 141 h 153"/>
                    <a:gd name="T40" fmla="*/ 608 w 841"/>
                    <a:gd name="T41" fmla="*/ 148 h 153"/>
                    <a:gd name="T42" fmla="*/ 526 w 841"/>
                    <a:gd name="T43" fmla="*/ 151 h 153"/>
                    <a:gd name="T44" fmla="*/ 437 w 841"/>
                    <a:gd name="T45" fmla="*/ 152 h 153"/>
                    <a:gd name="T46" fmla="*/ 352 w 841"/>
                    <a:gd name="T47" fmla="*/ 152 h 153"/>
                    <a:gd name="T48" fmla="*/ 263 w 841"/>
                    <a:gd name="T49" fmla="*/ 151 h 153"/>
                    <a:gd name="T50" fmla="*/ 164 w 841"/>
                    <a:gd name="T51" fmla="*/ 143 h 153"/>
                    <a:gd name="T52" fmla="*/ 85 w 841"/>
                    <a:gd name="T53" fmla="*/ 135 h 153"/>
                    <a:gd name="T54" fmla="*/ 20 w 841"/>
                    <a:gd name="T55" fmla="*/ 120 h 153"/>
                    <a:gd name="T56" fmla="*/ 0 w 841"/>
                    <a:gd name="T57" fmla="*/ 109 h 153"/>
                    <a:gd name="T58" fmla="*/ 3 w 841"/>
                    <a:gd name="T59" fmla="*/ 98 h 1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41" h="153">
                      <a:moveTo>
                        <a:pt x="3" y="98"/>
                      </a:moveTo>
                      <a:lnTo>
                        <a:pt x="20" y="80"/>
                      </a:lnTo>
                      <a:lnTo>
                        <a:pt x="44" y="65"/>
                      </a:lnTo>
                      <a:lnTo>
                        <a:pt x="89" y="43"/>
                      </a:lnTo>
                      <a:lnTo>
                        <a:pt x="140" y="30"/>
                      </a:lnTo>
                      <a:lnTo>
                        <a:pt x="188" y="19"/>
                      </a:lnTo>
                      <a:lnTo>
                        <a:pt x="253" y="9"/>
                      </a:lnTo>
                      <a:lnTo>
                        <a:pt x="314" y="3"/>
                      </a:lnTo>
                      <a:lnTo>
                        <a:pt x="386" y="0"/>
                      </a:lnTo>
                      <a:lnTo>
                        <a:pt x="475" y="1"/>
                      </a:lnTo>
                      <a:lnTo>
                        <a:pt x="567" y="6"/>
                      </a:lnTo>
                      <a:lnTo>
                        <a:pt x="632" y="14"/>
                      </a:lnTo>
                      <a:lnTo>
                        <a:pt x="700" y="27"/>
                      </a:lnTo>
                      <a:lnTo>
                        <a:pt x="765" y="47"/>
                      </a:lnTo>
                      <a:lnTo>
                        <a:pt x="799" y="66"/>
                      </a:lnTo>
                      <a:lnTo>
                        <a:pt x="820" y="82"/>
                      </a:lnTo>
                      <a:lnTo>
                        <a:pt x="840" y="108"/>
                      </a:lnTo>
                      <a:lnTo>
                        <a:pt x="806" y="122"/>
                      </a:lnTo>
                      <a:lnTo>
                        <a:pt x="748" y="133"/>
                      </a:lnTo>
                      <a:lnTo>
                        <a:pt x="676" y="141"/>
                      </a:lnTo>
                      <a:lnTo>
                        <a:pt x="608" y="148"/>
                      </a:lnTo>
                      <a:lnTo>
                        <a:pt x="526" y="151"/>
                      </a:lnTo>
                      <a:lnTo>
                        <a:pt x="437" y="152"/>
                      </a:lnTo>
                      <a:lnTo>
                        <a:pt x="352" y="152"/>
                      </a:lnTo>
                      <a:lnTo>
                        <a:pt x="263" y="151"/>
                      </a:lnTo>
                      <a:lnTo>
                        <a:pt x="164" y="143"/>
                      </a:lnTo>
                      <a:lnTo>
                        <a:pt x="85" y="135"/>
                      </a:lnTo>
                      <a:lnTo>
                        <a:pt x="20" y="120"/>
                      </a:lnTo>
                      <a:lnTo>
                        <a:pt x="0" y="109"/>
                      </a:lnTo>
                      <a:lnTo>
                        <a:pt x="3" y="98"/>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 name="Oval 10">
                <a:extLst>
                  <a:ext uri="{FF2B5EF4-FFF2-40B4-BE49-F238E27FC236}">
                    <a16:creationId xmlns:a16="http://schemas.microsoft.com/office/drawing/2014/main" id="{09888EB4-3B26-49B0-9054-3F442DFD260B}"/>
                  </a:ext>
                </a:extLst>
              </p:cNvPr>
              <p:cNvSpPr>
                <a:spLocks noChangeArrowheads="1"/>
              </p:cNvSpPr>
              <p:nvPr/>
            </p:nvSpPr>
            <p:spPr bwMode="blackWhite">
              <a:xfrm>
                <a:off x="2071" y="250"/>
                <a:ext cx="1497" cy="1494"/>
              </a:xfrm>
              <a:prstGeom prst="ellipse">
                <a:avLst/>
              </a:prstGeom>
              <a:gradFill rotWithShape="0">
                <a:gsLst>
                  <a:gs pos="0">
                    <a:schemeClr val="bg1"/>
                  </a:gs>
                  <a:gs pos="100000">
                    <a:schemeClr val="bg2"/>
                  </a:gs>
                </a:gsLst>
                <a:lin ang="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 name="Group 29">
                <a:extLst>
                  <a:ext uri="{FF2B5EF4-FFF2-40B4-BE49-F238E27FC236}">
                    <a16:creationId xmlns:a16="http://schemas.microsoft.com/office/drawing/2014/main" id="{B9D4BEEF-5BB3-4E90-9095-AE08BE9896A9}"/>
                  </a:ext>
                </a:extLst>
              </p:cNvPr>
              <p:cNvGrpSpPr>
                <a:grpSpLocks/>
              </p:cNvGrpSpPr>
              <p:nvPr/>
            </p:nvGrpSpPr>
            <p:grpSpPr bwMode="auto">
              <a:xfrm>
                <a:off x="2071" y="406"/>
                <a:ext cx="1392" cy="1109"/>
                <a:chOff x="2071" y="406"/>
                <a:chExt cx="1392" cy="1109"/>
              </a:xfrm>
            </p:grpSpPr>
            <p:sp>
              <p:nvSpPr>
                <p:cNvPr id="11" name="Freeform 11">
                  <a:extLst>
                    <a:ext uri="{FF2B5EF4-FFF2-40B4-BE49-F238E27FC236}">
                      <a16:creationId xmlns:a16="http://schemas.microsoft.com/office/drawing/2014/main" id="{59EF1FB1-AEFF-4676-AD82-C39B502E736F}"/>
                    </a:ext>
                  </a:extLst>
                </p:cNvPr>
                <p:cNvSpPr>
                  <a:spLocks/>
                </p:cNvSpPr>
                <p:nvPr/>
              </p:nvSpPr>
              <p:spPr bwMode="grayWhite">
                <a:xfrm>
                  <a:off x="2268" y="812"/>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2">
                  <a:extLst>
                    <a:ext uri="{FF2B5EF4-FFF2-40B4-BE49-F238E27FC236}">
                      <a16:creationId xmlns:a16="http://schemas.microsoft.com/office/drawing/2014/main" id="{6C75F2F0-4B08-40AC-8E73-2B8D8891CD6F}"/>
                    </a:ext>
                  </a:extLst>
                </p:cNvPr>
                <p:cNvSpPr>
                  <a:spLocks/>
                </p:cNvSpPr>
                <p:nvPr/>
              </p:nvSpPr>
              <p:spPr bwMode="grayWhite">
                <a:xfrm>
                  <a:off x="2292" y="843"/>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Freeform 13">
                  <a:extLst>
                    <a:ext uri="{FF2B5EF4-FFF2-40B4-BE49-F238E27FC236}">
                      <a16:creationId xmlns:a16="http://schemas.microsoft.com/office/drawing/2014/main" id="{A2D58DBB-835B-4D45-BE27-3DF11D0E8FA0}"/>
                    </a:ext>
                  </a:extLst>
                </p:cNvPr>
                <p:cNvSpPr>
                  <a:spLocks/>
                </p:cNvSpPr>
                <p:nvPr/>
              </p:nvSpPr>
              <p:spPr bwMode="grayWhite">
                <a:xfrm>
                  <a:off x="2372" y="802"/>
                  <a:ext cx="51" cy="48"/>
                </a:xfrm>
                <a:custGeom>
                  <a:avLst/>
                  <a:gdLst>
                    <a:gd name="T0" fmla="*/ 50 w 51"/>
                    <a:gd name="T1" fmla="*/ 0 h 48"/>
                    <a:gd name="T2" fmla="*/ 31 w 51"/>
                    <a:gd name="T3" fmla="*/ 0 h 48"/>
                    <a:gd name="T4" fmla="*/ 20 w 51"/>
                    <a:gd name="T5" fmla="*/ 13 h 48"/>
                    <a:gd name="T6" fmla="*/ 13 w 51"/>
                    <a:gd name="T7" fmla="*/ 13 h 48"/>
                    <a:gd name="T8" fmla="*/ 7 w 51"/>
                    <a:gd name="T9" fmla="*/ 19 h 48"/>
                    <a:gd name="T10" fmla="*/ 0 w 51"/>
                    <a:gd name="T11" fmla="*/ 19 h 48"/>
                    <a:gd name="T12" fmla="*/ 0 w 51"/>
                    <a:gd name="T13" fmla="*/ 35 h 48"/>
                    <a:gd name="T14" fmla="*/ 12 w 51"/>
                    <a:gd name="T15" fmla="*/ 47 h 48"/>
                    <a:gd name="T16" fmla="*/ 41 w 51"/>
                    <a:gd name="T17" fmla="*/ 47 h 48"/>
                    <a:gd name="T18" fmla="*/ 50 w 51"/>
                    <a:gd name="T19" fmla="*/ 35 h 48"/>
                    <a:gd name="T20" fmla="*/ 50 w 5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1" h="48">
                      <a:moveTo>
                        <a:pt x="50" y="0"/>
                      </a:moveTo>
                      <a:lnTo>
                        <a:pt x="31" y="0"/>
                      </a:lnTo>
                      <a:lnTo>
                        <a:pt x="20" y="13"/>
                      </a:lnTo>
                      <a:lnTo>
                        <a:pt x="13" y="13"/>
                      </a:lnTo>
                      <a:lnTo>
                        <a:pt x="7" y="19"/>
                      </a:lnTo>
                      <a:lnTo>
                        <a:pt x="0" y="19"/>
                      </a:lnTo>
                      <a:lnTo>
                        <a:pt x="0" y="35"/>
                      </a:lnTo>
                      <a:lnTo>
                        <a:pt x="12" y="47"/>
                      </a:lnTo>
                      <a:lnTo>
                        <a:pt x="41" y="47"/>
                      </a:lnTo>
                      <a:lnTo>
                        <a:pt x="50" y="35"/>
                      </a:lnTo>
                      <a:lnTo>
                        <a:pt x="5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4">
                  <a:extLst>
                    <a:ext uri="{FF2B5EF4-FFF2-40B4-BE49-F238E27FC236}">
                      <a16:creationId xmlns:a16="http://schemas.microsoft.com/office/drawing/2014/main" id="{437C4EB7-F055-4001-A409-0D3789A09CCA}"/>
                    </a:ext>
                  </a:extLst>
                </p:cNvPr>
                <p:cNvSpPr>
                  <a:spLocks/>
                </p:cNvSpPr>
                <p:nvPr/>
              </p:nvSpPr>
              <p:spPr bwMode="grayWhite">
                <a:xfrm>
                  <a:off x="2071" y="840"/>
                  <a:ext cx="451" cy="587"/>
                </a:xfrm>
                <a:custGeom>
                  <a:avLst/>
                  <a:gdLst>
                    <a:gd name="T0" fmla="*/ 107 w 451"/>
                    <a:gd name="T1" fmla="*/ 0 h 587"/>
                    <a:gd name="T2" fmla="*/ 99 w 451"/>
                    <a:gd name="T3" fmla="*/ 16 h 587"/>
                    <a:gd name="T4" fmla="*/ 64 w 451"/>
                    <a:gd name="T5" fmla="*/ 47 h 587"/>
                    <a:gd name="T6" fmla="*/ 56 w 451"/>
                    <a:gd name="T7" fmla="*/ 75 h 587"/>
                    <a:gd name="T8" fmla="*/ 30 w 451"/>
                    <a:gd name="T9" fmla="*/ 95 h 587"/>
                    <a:gd name="T10" fmla="*/ 12 w 451"/>
                    <a:gd name="T11" fmla="*/ 135 h 587"/>
                    <a:gd name="T12" fmla="*/ 12 w 451"/>
                    <a:gd name="T13" fmla="*/ 159 h 587"/>
                    <a:gd name="T14" fmla="*/ 0 w 451"/>
                    <a:gd name="T15" fmla="*/ 201 h 587"/>
                    <a:gd name="T16" fmla="*/ 16 w 451"/>
                    <a:gd name="T17" fmla="*/ 219 h 587"/>
                    <a:gd name="T18" fmla="*/ 56 w 451"/>
                    <a:gd name="T19" fmla="*/ 272 h 587"/>
                    <a:gd name="T20" fmla="*/ 68 w 451"/>
                    <a:gd name="T21" fmla="*/ 265 h 587"/>
                    <a:gd name="T22" fmla="*/ 139 w 451"/>
                    <a:gd name="T23" fmla="*/ 265 h 587"/>
                    <a:gd name="T24" fmla="*/ 172 w 451"/>
                    <a:gd name="T25" fmla="*/ 278 h 587"/>
                    <a:gd name="T26" fmla="*/ 169 w 451"/>
                    <a:gd name="T27" fmla="*/ 319 h 587"/>
                    <a:gd name="T28" fmla="*/ 193 w 451"/>
                    <a:gd name="T29" fmla="*/ 374 h 587"/>
                    <a:gd name="T30" fmla="*/ 191 w 451"/>
                    <a:gd name="T31" fmla="*/ 389 h 587"/>
                    <a:gd name="T32" fmla="*/ 201 w 451"/>
                    <a:gd name="T33" fmla="*/ 406 h 587"/>
                    <a:gd name="T34" fmla="*/ 186 w 451"/>
                    <a:gd name="T35" fmla="*/ 445 h 587"/>
                    <a:gd name="T36" fmla="*/ 204 w 451"/>
                    <a:gd name="T37" fmla="*/ 494 h 587"/>
                    <a:gd name="T38" fmla="*/ 214 w 451"/>
                    <a:gd name="T39" fmla="*/ 532 h 587"/>
                    <a:gd name="T40" fmla="*/ 226 w 451"/>
                    <a:gd name="T41" fmla="*/ 556 h 587"/>
                    <a:gd name="T42" fmla="*/ 239 w 451"/>
                    <a:gd name="T43" fmla="*/ 586 h 587"/>
                    <a:gd name="T44" fmla="*/ 263 w 451"/>
                    <a:gd name="T45" fmla="*/ 582 h 587"/>
                    <a:gd name="T46" fmla="*/ 302 w 451"/>
                    <a:gd name="T47" fmla="*/ 560 h 587"/>
                    <a:gd name="T48" fmla="*/ 320 w 451"/>
                    <a:gd name="T49" fmla="*/ 533 h 587"/>
                    <a:gd name="T50" fmla="*/ 319 w 451"/>
                    <a:gd name="T51" fmla="*/ 515 h 587"/>
                    <a:gd name="T52" fmla="*/ 342 w 451"/>
                    <a:gd name="T53" fmla="*/ 500 h 587"/>
                    <a:gd name="T54" fmla="*/ 338 w 451"/>
                    <a:gd name="T55" fmla="*/ 474 h 587"/>
                    <a:gd name="T56" fmla="*/ 373 w 451"/>
                    <a:gd name="T57" fmla="*/ 432 h 587"/>
                    <a:gd name="T58" fmla="*/ 378 w 451"/>
                    <a:gd name="T59" fmla="*/ 398 h 587"/>
                    <a:gd name="T60" fmla="*/ 369 w 451"/>
                    <a:gd name="T61" fmla="*/ 386 h 587"/>
                    <a:gd name="T62" fmla="*/ 373 w 451"/>
                    <a:gd name="T63" fmla="*/ 372 h 587"/>
                    <a:gd name="T64" fmla="*/ 365 w 451"/>
                    <a:gd name="T65" fmla="*/ 360 h 587"/>
                    <a:gd name="T66" fmla="*/ 391 w 451"/>
                    <a:gd name="T67" fmla="*/ 327 h 587"/>
                    <a:gd name="T68" fmla="*/ 391 w 451"/>
                    <a:gd name="T69" fmla="*/ 310 h 587"/>
                    <a:gd name="T70" fmla="*/ 427 w 451"/>
                    <a:gd name="T71" fmla="*/ 282 h 587"/>
                    <a:gd name="T72" fmla="*/ 450 w 451"/>
                    <a:gd name="T73" fmla="*/ 207 h 587"/>
                    <a:gd name="T74" fmla="*/ 417 w 451"/>
                    <a:gd name="T75" fmla="*/ 226 h 587"/>
                    <a:gd name="T76" fmla="*/ 388 w 451"/>
                    <a:gd name="T77" fmla="*/ 218 h 587"/>
                    <a:gd name="T78" fmla="*/ 392 w 451"/>
                    <a:gd name="T79" fmla="*/ 200 h 587"/>
                    <a:gd name="T80" fmla="*/ 363 w 451"/>
                    <a:gd name="T81" fmla="*/ 180 h 587"/>
                    <a:gd name="T82" fmla="*/ 349 w 451"/>
                    <a:gd name="T83" fmla="*/ 132 h 587"/>
                    <a:gd name="T84" fmla="*/ 321 w 451"/>
                    <a:gd name="T85" fmla="*/ 93 h 587"/>
                    <a:gd name="T86" fmla="*/ 321 w 451"/>
                    <a:gd name="T87" fmla="*/ 66 h 587"/>
                    <a:gd name="T88" fmla="*/ 306 w 451"/>
                    <a:gd name="T89" fmla="*/ 65 h 587"/>
                    <a:gd name="T90" fmla="*/ 296 w 451"/>
                    <a:gd name="T91" fmla="*/ 69 h 587"/>
                    <a:gd name="T92" fmla="*/ 254 w 451"/>
                    <a:gd name="T93" fmla="*/ 54 h 587"/>
                    <a:gd name="T94" fmla="*/ 243 w 451"/>
                    <a:gd name="T95" fmla="*/ 65 h 587"/>
                    <a:gd name="T96" fmla="*/ 234 w 451"/>
                    <a:gd name="T97" fmla="*/ 78 h 587"/>
                    <a:gd name="T98" fmla="*/ 211 w 451"/>
                    <a:gd name="T99" fmla="*/ 53 h 587"/>
                    <a:gd name="T100" fmla="*/ 189 w 451"/>
                    <a:gd name="T101" fmla="*/ 47 h 587"/>
                    <a:gd name="T102" fmla="*/ 187 w 451"/>
                    <a:gd name="T103" fmla="*/ 15 h 587"/>
                    <a:gd name="T104" fmla="*/ 155 w 451"/>
                    <a:gd name="T105" fmla="*/ 20 h 587"/>
                    <a:gd name="T106" fmla="*/ 135 w 451"/>
                    <a:gd name="T107" fmla="*/ 13 h 587"/>
                    <a:gd name="T108" fmla="*/ 107 w 451"/>
                    <a:gd name="T109" fmla="*/ 0 h 58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51" h="587">
                      <a:moveTo>
                        <a:pt x="107" y="0"/>
                      </a:moveTo>
                      <a:lnTo>
                        <a:pt x="99" y="16"/>
                      </a:lnTo>
                      <a:lnTo>
                        <a:pt x="64" y="47"/>
                      </a:lnTo>
                      <a:lnTo>
                        <a:pt x="56" y="75"/>
                      </a:lnTo>
                      <a:lnTo>
                        <a:pt x="30" y="95"/>
                      </a:lnTo>
                      <a:lnTo>
                        <a:pt x="12" y="135"/>
                      </a:lnTo>
                      <a:lnTo>
                        <a:pt x="12" y="159"/>
                      </a:lnTo>
                      <a:lnTo>
                        <a:pt x="0" y="201"/>
                      </a:lnTo>
                      <a:lnTo>
                        <a:pt x="16" y="219"/>
                      </a:lnTo>
                      <a:lnTo>
                        <a:pt x="56" y="272"/>
                      </a:lnTo>
                      <a:lnTo>
                        <a:pt x="68" y="265"/>
                      </a:lnTo>
                      <a:lnTo>
                        <a:pt x="139" y="265"/>
                      </a:lnTo>
                      <a:lnTo>
                        <a:pt x="172" y="278"/>
                      </a:lnTo>
                      <a:lnTo>
                        <a:pt x="169" y="319"/>
                      </a:lnTo>
                      <a:lnTo>
                        <a:pt x="193" y="374"/>
                      </a:lnTo>
                      <a:lnTo>
                        <a:pt x="191" y="389"/>
                      </a:lnTo>
                      <a:lnTo>
                        <a:pt x="201" y="406"/>
                      </a:lnTo>
                      <a:lnTo>
                        <a:pt x="186" y="445"/>
                      </a:lnTo>
                      <a:lnTo>
                        <a:pt x="204" y="494"/>
                      </a:lnTo>
                      <a:lnTo>
                        <a:pt x="214" y="532"/>
                      </a:lnTo>
                      <a:lnTo>
                        <a:pt x="226" y="556"/>
                      </a:lnTo>
                      <a:lnTo>
                        <a:pt x="239" y="586"/>
                      </a:lnTo>
                      <a:lnTo>
                        <a:pt x="263" y="582"/>
                      </a:lnTo>
                      <a:lnTo>
                        <a:pt x="302" y="560"/>
                      </a:lnTo>
                      <a:lnTo>
                        <a:pt x="320" y="533"/>
                      </a:lnTo>
                      <a:lnTo>
                        <a:pt x="319" y="515"/>
                      </a:lnTo>
                      <a:lnTo>
                        <a:pt x="342" y="500"/>
                      </a:lnTo>
                      <a:lnTo>
                        <a:pt x="338" y="474"/>
                      </a:lnTo>
                      <a:lnTo>
                        <a:pt x="373" y="432"/>
                      </a:lnTo>
                      <a:lnTo>
                        <a:pt x="378" y="398"/>
                      </a:lnTo>
                      <a:lnTo>
                        <a:pt x="369" y="386"/>
                      </a:lnTo>
                      <a:lnTo>
                        <a:pt x="373" y="372"/>
                      </a:lnTo>
                      <a:lnTo>
                        <a:pt x="365" y="360"/>
                      </a:lnTo>
                      <a:lnTo>
                        <a:pt x="391" y="327"/>
                      </a:lnTo>
                      <a:lnTo>
                        <a:pt x="391" y="310"/>
                      </a:lnTo>
                      <a:lnTo>
                        <a:pt x="427" y="282"/>
                      </a:lnTo>
                      <a:lnTo>
                        <a:pt x="450" y="207"/>
                      </a:lnTo>
                      <a:lnTo>
                        <a:pt x="417" y="226"/>
                      </a:lnTo>
                      <a:lnTo>
                        <a:pt x="388" y="218"/>
                      </a:lnTo>
                      <a:lnTo>
                        <a:pt x="392" y="200"/>
                      </a:lnTo>
                      <a:lnTo>
                        <a:pt x="363" y="180"/>
                      </a:lnTo>
                      <a:lnTo>
                        <a:pt x="349" y="132"/>
                      </a:lnTo>
                      <a:lnTo>
                        <a:pt x="321" y="93"/>
                      </a:lnTo>
                      <a:lnTo>
                        <a:pt x="321" y="66"/>
                      </a:lnTo>
                      <a:lnTo>
                        <a:pt x="306" y="65"/>
                      </a:lnTo>
                      <a:lnTo>
                        <a:pt x="296" y="69"/>
                      </a:lnTo>
                      <a:lnTo>
                        <a:pt x="254" y="54"/>
                      </a:lnTo>
                      <a:lnTo>
                        <a:pt x="243" y="65"/>
                      </a:lnTo>
                      <a:lnTo>
                        <a:pt x="234" y="78"/>
                      </a:lnTo>
                      <a:lnTo>
                        <a:pt x="211" y="53"/>
                      </a:lnTo>
                      <a:lnTo>
                        <a:pt x="189" y="47"/>
                      </a:lnTo>
                      <a:lnTo>
                        <a:pt x="187" y="15"/>
                      </a:lnTo>
                      <a:lnTo>
                        <a:pt x="155" y="20"/>
                      </a:lnTo>
                      <a:lnTo>
                        <a:pt x="135" y="13"/>
                      </a:lnTo>
                      <a:lnTo>
                        <a:pt x="10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Freeform 15">
                  <a:extLst>
                    <a:ext uri="{FF2B5EF4-FFF2-40B4-BE49-F238E27FC236}">
                      <a16:creationId xmlns:a16="http://schemas.microsoft.com/office/drawing/2014/main" id="{A3A9430C-E256-41E4-8B42-D8AEF67883F2}"/>
                    </a:ext>
                  </a:extLst>
                </p:cNvPr>
                <p:cNvSpPr>
                  <a:spLocks/>
                </p:cNvSpPr>
                <p:nvPr/>
              </p:nvSpPr>
              <p:spPr bwMode="grayWhite">
                <a:xfrm>
                  <a:off x="3112" y="987"/>
                  <a:ext cx="17" cy="28"/>
                </a:xfrm>
                <a:custGeom>
                  <a:avLst/>
                  <a:gdLst>
                    <a:gd name="T0" fmla="*/ 7 w 17"/>
                    <a:gd name="T1" fmla="*/ 0 h 28"/>
                    <a:gd name="T2" fmla="*/ 9 w 17"/>
                    <a:gd name="T3" fmla="*/ 8 h 28"/>
                    <a:gd name="T4" fmla="*/ 7 w 17"/>
                    <a:gd name="T5" fmla="*/ 14 h 28"/>
                    <a:gd name="T6" fmla="*/ 7 w 17"/>
                    <a:gd name="T7" fmla="*/ 19 h 28"/>
                    <a:gd name="T8" fmla="*/ 16 w 17"/>
                    <a:gd name="T9" fmla="*/ 23 h 28"/>
                    <a:gd name="T10" fmla="*/ 16 w 17"/>
                    <a:gd name="T11" fmla="*/ 27 h 28"/>
                    <a:gd name="T12" fmla="*/ 9 w 17"/>
                    <a:gd name="T13" fmla="*/ 23 h 28"/>
                    <a:gd name="T14" fmla="*/ 3 w 17"/>
                    <a:gd name="T15" fmla="*/ 27 h 28"/>
                    <a:gd name="T16" fmla="*/ 0 w 17"/>
                    <a:gd name="T17" fmla="*/ 23 h 28"/>
                    <a:gd name="T18" fmla="*/ 3 w 17"/>
                    <a:gd name="T19" fmla="*/ 19 h 28"/>
                    <a:gd name="T20" fmla="*/ 0 w 17"/>
                    <a:gd name="T21" fmla="*/ 14 h 28"/>
                    <a:gd name="T22" fmla="*/ 3 w 17"/>
                    <a:gd name="T23" fmla="*/ 4 h 28"/>
                    <a:gd name="T24" fmla="*/ 7 w 17"/>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8">
                      <a:moveTo>
                        <a:pt x="7" y="0"/>
                      </a:moveTo>
                      <a:lnTo>
                        <a:pt x="9" y="8"/>
                      </a:lnTo>
                      <a:lnTo>
                        <a:pt x="7" y="14"/>
                      </a:lnTo>
                      <a:lnTo>
                        <a:pt x="7" y="19"/>
                      </a:lnTo>
                      <a:lnTo>
                        <a:pt x="16" y="23"/>
                      </a:lnTo>
                      <a:lnTo>
                        <a:pt x="16" y="27"/>
                      </a:lnTo>
                      <a:lnTo>
                        <a:pt x="9" y="23"/>
                      </a:lnTo>
                      <a:lnTo>
                        <a:pt x="3" y="27"/>
                      </a:lnTo>
                      <a:lnTo>
                        <a:pt x="0" y="23"/>
                      </a:lnTo>
                      <a:lnTo>
                        <a:pt x="3" y="19"/>
                      </a:lnTo>
                      <a:lnTo>
                        <a:pt x="0" y="14"/>
                      </a:lnTo>
                      <a:lnTo>
                        <a:pt x="3" y="4"/>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6">
                  <a:extLst>
                    <a:ext uri="{FF2B5EF4-FFF2-40B4-BE49-F238E27FC236}">
                      <a16:creationId xmlns:a16="http://schemas.microsoft.com/office/drawing/2014/main" id="{49630AAD-236C-42D4-8D0B-AFA88CAC1DAA}"/>
                    </a:ext>
                  </a:extLst>
                </p:cNvPr>
                <p:cNvSpPr>
                  <a:spLocks/>
                </p:cNvSpPr>
                <p:nvPr/>
              </p:nvSpPr>
              <p:spPr bwMode="grayWhite">
                <a:xfrm>
                  <a:off x="3027" y="1109"/>
                  <a:ext cx="68" cy="97"/>
                </a:xfrm>
                <a:custGeom>
                  <a:avLst/>
                  <a:gdLst>
                    <a:gd name="T0" fmla="*/ 0 w 68"/>
                    <a:gd name="T1" fmla="*/ 48 h 97"/>
                    <a:gd name="T2" fmla="*/ 24 w 68"/>
                    <a:gd name="T3" fmla="*/ 48 h 97"/>
                    <a:gd name="T4" fmla="*/ 52 w 68"/>
                    <a:gd name="T5" fmla="*/ 0 h 97"/>
                    <a:gd name="T6" fmla="*/ 67 w 68"/>
                    <a:gd name="T7" fmla="*/ 28 h 97"/>
                    <a:gd name="T8" fmla="*/ 55 w 68"/>
                    <a:gd name="T9" fmla="*/ 96 h 97"/>
                    <a:gd name="T10" fmla="*/ 5 w 68"/>
                    <a:gd name="T11" fmla="*/ 80 h 97"/>
                    <a:gd name="T12" fmla="*/ 0 w 68"/>
                    <a:gd name="T13" fmla="*/ 48 h 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97">
                      <a:moveTo>
                        <a:pt x="0" y="48"/>
                      </a:moveTo>
                      <a:lnTo>
                        <a:pt x="24" y="48"/>
                      </a:lnTo>
                      <a:lnTo>
                        <a:pt x="52" y="0"/>
                      </a:lnTo>
                      <a:lnTo>
                        <a:pt x="67" y="28"/>
                      </a:lnTo>
                      <a:lnTo>
                        <a:pt x="55" y="96"/>
                      </a:lnTo>
                      <a:lnTo>
                        <a:pt x="5" y="80"/>
                      </a:lnTo>
                      <a:lnTo>
                        <a:pt x="0" y="4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7">
                  <a:extLst>
                    <a:ext uri="{FF2B5EF4-FFF2-40B4-BE49-F238E27FC236}">
                      <a16:creationId xmlns:a16="http://schemas.microsoft.com/office/drawing/2014/main" id="{41CB7C81-78CF-4FC3-BB43-86D7CBD86D0B}"/>
                    </a:ext>
                  </a:extLst>
                </p:cNvPr>
                <p:cNvSpPr>
                  <a:spLocks/>
                </p:cNvSpPr>
                <p:nvPr/>
              </p:nvSpPr>
              <p:spPr bwMode="grayWhite">
                <a:xfrm>
                  <a:off x="3162" y="1146"/>
                  <a:ext cx="117" cy="94"/>
                </a:xfrm>
                <a:custGeom>
                  <a:avLst/>
                  <a:gdLst>
                    <a:gd name="T0" fmla="*/ 7 w 117"/>
                    <a:gd name="T1" fmla="*/ 22 h 94"/>
                    <a:gd name="T2" fmla="*/ 0 w 117"/>
                    <a:gd name="T3" fmla="*/ 0 h 94"/>
                    <a:gd name="T4" fmla="*/ 39 w 117"/>
                    <a:gd name="T5" fmla="*/ 9 h 94"/>
                    <a:gd name="T6" fmla="*/ 95 w 117"/>
                    <a:gd name="T7" fmla="*/ 32 h 94"/>
                    <a:gd name="T8" fmla="*/ 95 w 117"/>
                    <a:gd name="T9" fmla="*/ 49 h 94"/>
                    <a:gd name="T10" fmla="*/ 116 w 117"/>
                    <a:gd name="T11" fmla="*/ 93 h 94"/>
                    <a:gd name="T12" fmla="*/ 73 w 117"/>
                    <a:gd name="T13" fmla="*/ 51 h 94"/>
                    <a:gd name="T14" fmla="*/ 44 w 117"/>
                    <a:gd name="T15" fmla="*/ 54 h 94"/>
                    <a:gd name="T16" fmla="*/ 7 w 117"/>
                    <a:gd name="T17" fmla="*/ 22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7" h="94">
                      <a:moveTo>
                        <a:pt x="7" y="22"/>
                      </a:moveTo>
                      <a:lnTo>
                        <a:pt x="0" y="0"/>
                      </a:lnTo>
                      <a:lnTo>
                        <a:pt x="39" y="9"/>
                      </a:lnTo>
                      <a:lnTo>
                        <a:pt x="95" y="32"/>
                      </a:lnTo>
                      <a:lnTo>
                        <a:pt x="95" y="49"/>
                      </a:lnTo>
                      <a:lnTo>
                        <a:pt x="116" y="93"/>
                      </a:lnTo>
                      <a:lnTo>
                        <a:pt x="73" y="51"/>
                      </a:lnTo>
                      <a:lnTo>
                        <a:pt x="44" y="54"/>
                      </a:lnTo>
                      <a:lnTo>
                        <a:pt x="7" y="2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18">
                  <a:extLst>
                    <a:ext uri="{FF2B5EF4-FFF2-40B4-BE49-F238E27FC236}">
                      <a16:creationId xmlns:a16="http://schemas.microsoft.com/office/drawing/2014/main" id="{4887CB1A-7B48-42EC-8EF9-958FA9F7EDAD}"/>
                    </a:ext>
                  </a:extLst>
                </p:cNvPr>
                <p:cNvSpPr>
                  <a:spLocks/>
                </p:cNvSpPr>
                <p:nvPr/>
              </p:nvSpPr>
              <p:spPr bwMode="grayWhite">
                <a:xfrm>
                  <a:off x="3384" y="1337"/>
                  <a:ext cx="79" cy="101"/>
                </a:xfrm>
                <a:custGeom>
                  <a:avLst/>
                  <a:gdLst>
                    <a:gd name="T0" fmla="*/ 48 w 79"/>
                    <a:gd name="T1" fmla="*/ 0 h 101"/>
                    <a:gd name="T2" fmla="*/ 78 w 79"/>
                    <a:gd name="T3" fmla="*/ 30 h 101"/>
                    <a:gd name="T4" fmla="*/ 16 w 79"/>
                    <a:gd name="T5" fmla="*/ 100 h 101"/>
                    <a:gd name="T6" fmla="*/ 0 w 79"/>
                    <a:gd name="T7" fmla="*/ 84 h 101"/>
                    <a:gd name="T8" fmla="*/ 45 w 79"/>
                    <a:gd name="T9" fmla="*/ 39 h 101"/>
                    <a:gd name="T10" fmla="*/ 48 w 79"/>
                    <a:gd name="T11" fmla="*/ 0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101">
                      <a:moveTo>
                        <a:pt x="48" y="0"/>
                      </a:moveTo>
                      <a:lnTo>
                        <a:pt x="78" y="30"/>
                      </a:lnTo>
                      <a:lnTo>
                        <a:pt x="16" y="100"/>
                      </a:lnTo>
                      <a:lnTo>
                        <a:pt x="0" y="84"/>
                      </a:lnTo>
                      <a:lnTo>
                        <a:pt x="45" y="39"/>
                      </a:lnTo>
                      <a:lnTo>
                        <a:pt x="4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19">
                  <a:extLst>
                    <a:ext uri="{FF2B5EF4-FFF2-40B4-BE49-F238E27FC236}">
                      <a16:creationId xmlns:a16="http://schemas.microsoft.com/office/drawing/2014/main" id="{3D576805-FD94-4E3A-A504-AA3284929A8B}"/>
                    </a:ext>
                  </a:extLst>
                </p:cNvPr>
                <p:cNvSpPr>
                  <a:spLocks/>
                </p:cNvSpPr>
                <p:nvPr/>
              </p:nvSpPr>
              <p:spPr bwMode="grayWhite">
                <a:xfrm>
                  <a:off x="2211" y="651"/>
                  <a:ext cx="39" cy="66"/>
                </a:xfrm>
                <a:custGeom>
                  <a:avLst/>
                  <a:gdLst>
                    <a:gd name="T0" fmla="*/ 38 w 39"/>
                    <a:gd name="T1" fmla="*/ 51 h 66"/>
                    <a:gd name="T2" fmla="*/ 28 w 39"/>
                    <a:gd name="T3" fmla="*/ 43 h 66"/>
                    <a:gd name="T4" fmla="*/ 28 w 39"/>
                    <a:gd name="T5" fmla="*/ 14 h 66"/>
                    <a:gd name="T6" fmla="*/ 33 w 39"/>
                    <a:gd name="T7" fmla="*/ 8 h 66"/>
                    <a:gd name="T8" fmla="*/ 24 w 39"/>
                    <a:gd name="T9" fmla="*/ 8 h 66"/>
                    <a:gd name="T10" fmla="*/ 29 w 39"/>
                    <a:gd name="T11" fmla="*/ 0 h 66"/>
                    <a:gd name="T12" fmla="*/ 22 w 39"/>
                    <a:gd name="T13" fmla="*/ 0 h 66"/>
                    <a:gd name="T14" fmla="*/ 14 w 39"/>
                    <a:gd name="T15" fmla="*/ 9 h 66"/>
                    <a:gd name="T16" fmla="*/ 14 w 39"/>
                    <a:gd name="T17" fmla="*/ 27 h 66"/>
                    <a:gd name="T18" fmla="*/ 18 w 39"/>
                    <a:gd name="T19" fmla="*/ 31 h 66"/>
                    <a:gd name="T20" fmla="*/ 18 w 39"/>
                    <a:gd name="T21" fmla="*/ 39 h 66"/>
                    <a:gd name="T22" fmla="*/ 16 w 39"/>
                    <a:gd name="T23" fmla="*/ 39 h 66"/>
                    <a:gd name="T24" fmla="*/ 9 w 39"/>
                    <a:gd name="T25" fmla="*/ 46 h 66"/>
                    <a:gd name="T26" fmla="*/ 9 w 39"/>
                    <a:gd name="T27" fmla="*/ 53 h 66"/>
                    <a:gd name="T28" fmla="*/ 0 w 39"/>
                    <a:gd name="T29" fmla="*/ 65 h 66"/>
                    <a:gd name="T30" fmla="*/ 29 w 39"/>
                    <a:gd name="T31" fmla="*/ 65 h 66"/>
                    <a:gd name="T32" fmla="*/ 38 w 39"/>
                    <a:gd name="T33" fmla="*/ 51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 h="66">
                      <a:moveTo>
                        <a:pt x="38" y="51"/>
                      </a:moveTo>
                      <a:lnTo>
                        <a:pt x="28" y="43"/>
                      </a:lnTo>
                      <a:lnTo>
                        <a:pt x="28" y="14"/>
                      </a:lnTo>
                      <a:lnTo>
                        <a:pt x="33" y="8"/>
                      </a:lnTo>
                      <a:lnTo>
                        <a:pt x="24" y="8"/>
                      </a:lnTo>
                      <a:lnTo>
                        <a:pt x="29" y="0"/>
                      </a:lnTo>
                      <a:lnTo>
                        <a:pt x="22" y="0"/>
                      </a:lnTo>
                      <a:lnTo>
                        <a:pt x="14" y="9"/>
                      </a:lnTo>
                      <a:lnTo>
                        <a:pt x="14" y="27"/>
                      </a:lnTo>
                      <a:lnTo>
                        <a:pt x="18" y="31"/>
                      </a:lnTo>
                      <a:lnTo>
                        <a:pt x="18" y="39"/>
                      </a:lnTo>
                      <a:lnTo>
                        <a:pt x="16" y="39"/>
                      </a:lnTo>
                      <a:lnTo>
                        <a:pt x="9" y="46"/>
                      </a:lnTo>
                      <a:lnTo>
                        <a:pt x="9" y="53"/>
                      </a:lnTo>
                      <a:lnTo>
                        <a:pt x="0" y="65"/>
                      </a:lnTo>
                      <a:lnTo>
                        <a:pt x="29" y="65"/>
                      </a:lnTo>
                      <a:lnTo>
                        <a:pt x="38" y="51"/>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Freeform 20">
                  <a:extLst>
                    <a:ext uri="{FF2B5EF4-FFF2-40B4-BE49-F238E27FC236}">
                      <a16:creationId xmlns:a16="http://schemas.microsoft.com/office/drawing/2014/main" id="{9A7D591C-25D2-47D8-9E77-26523B70EB70}"/>
                    </a:ext>
                  </a:extLst>
                </p:cNvPr>
                <p:cNvSpPr>
                  <a:spLocks/>
                </p:cNvSpPr>
                <p:nvPr/>
              </p:nvSpPr>
              <p:spPr bwMode="grayWhite">
                <a:xfrm>
                  <a:off x="2198" y="673"/>
                  <a:ext cx="21" cy="24"/>
                </a:xfrm>
                <a:custGeom>
                  <a:avLst/>
                  <a:gdLst>
                    <a:gd name="T0" fmla="*/ 17 w 21"/>
                    <a:gd name="T1" fmla="*/ 8 h 24"/>
                    <a:gd name="T2" fmla="*/ 20 w 21"/>
                    <a:gd name="T3" fmla="*/ 8 h 24"/>
                    <a:gd name="T4" fmla="*/ 20 w 21"/>
                    <a:gd name="T5" fmla="*/ 0 h 24"/>
                    <a:gd name="T6" fmla="*/ 13 w 21"/>
                    <a:gd name="T7" fmla="*/ 0 h 24"/>
                    <a:gd name="T8" fmla="*/ 0 w 21"/>
                    <a:gd name="T9" fmla="*/ 15 h 24"/>
                    <a:gd name="T10" fmla="*/ 0 w 21"/>
                    <a:gd name="T11" fmla="*/ 23 h 24"/>
                    <a:gd name="T12" fmla="*/ 12 w 21"/>
                    <a:gd name="T13" fmla="*/ 23 h 24"/>
                    <a:gd name="T14" fmla="*/ 17 w 21"/>
                    <a:gd name="T15" fmla="*/ 17 h 24"/>
                    <a:gd name="T16" fmla="*/ 17 w 21"/>
                    <a:gd name="T17" fmla="*/ 8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24">
                      <a:moveTo>
                        <a:pt x="17" y="8"/>
                      </a:moveTo>
                      <a:lnTo>
                        <a:pt x="20" y="8"/>
                      </a:lnTo>
                      <a:lnTo>
                        <a:pt x="20" y="0"/>
                      </a:lnTo>
                      <a:lnTo>
                        <a:pt x="13" y="0"/>
                      </a:lnTo>
                      <a:lnTo>
                        <a:pt x="0" y="15"/>
                      </a:lnTo>
                      <a:lnTo>
                        <a:pt x="0" y="23"/>
                      </a:lnTo>
                      <a:lnTo>
                        <a:pt x="12" y="23"/>
                      </a:lnTo>
                      <a:lnTo>
                        <a:pt x="17" y="17"/>
                      </a:lnTo>
                      <a:lnTo>
                        <a:pt x="17" y="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Freeform 21">
                  <a:extLst>
                    <a:ext uri="{FF2B5EF4-FFF2-40B4-BE49-F238E27FC236}">
                      <a16:creationId xmlns:a16="http://schemas.microsoft.com/office/drawing/2014/main" id="{444B6402-191B-411F-B107-16522A1671BE}"/>
                    </a:ext>
                  </a:extLst>
                </p:cNvPr>
                <p:cNvSpPr>
                  <a:spLocks/>
                </p:cNvSpPr>
                <p:nvPr/>
              </p:nvSpPr>
              <p:spPr bwMode="grayWhite">
                <a:xfrm>
                  <a:off x="2167" y="634"/>
                  <a:ext cx="256" cy="216"/>
                </a:xfrm>
                <a:custGeom>
                  <a:avLst/>
                  <a:gdLst>
                    <a:gd name="T0" fmla="*/ 168 w 256"/>
                    <a:gd name="T1" fmla="*/ 15 h 216"/>
                    <a:gd name="T2" fmla="*/ 201 w 256"/>
                    <a:gd name="T3" fmla="*/ 20 h 216"/>
                    <a:gd name="T4" fmla="*/ 181 w 256"/>
                    <a:gd name="T5" fmla="*/ 28 h 216"/>
                    <a:gd name="T6" fmla="*/ 172 w 256"/>
                    <a:gd name="T7" fmla="*/ 41 h 216"/>
                    <a:gd name="T8" fmla="*/ 160 w 256"/>
                    <a:gd name="T9" fmla="*/ 70 h 216"/>
                    <a:gd name="T10" fmla="*/ 140 w 256"/>
                    <a:gd name="T11" fmla="*/ 72 h 216"/>
                    <a:gd name="T12" fmla="*/ 123 w 256"/>
                    <a:gd name="T13" fmla="*/ 69 h 216"/>
                    <a:gd name="T14" fmla="*/ 131 w 256"/>
                    <a:gd name="T15" fmla="*/ 55 h 216"/>
                    <a:gd name="T16" fmla="*/ 124 w 256"/>
                    <a:gd name="T17" fmla="*/ 37 h 216"/>
                    <a:gd name="T18" fmla="*/ 114 w 256"/>
                    <a:gd name="T19" fmla="*/ 69 h 216"/>
                    <a:gd name="T20" fmla="*/ 87 w 256"/>
                    <a:gd name="T21" fmla="*/ 84 h 216"/>
                    <a:gd name="T22" fmla="*/ 73 w 256"/>
                    <a:gd name="T23" fmla="*/ 94 h 216"/>
                    <a:gd name="T24" fmla="*/ 53 w 256"/>
                    <a:gd name="T25" fmla="*/ 108 h 216"/>
                    <a:gd name="T26" fmla="*/ 43 w 256"/>
                    <a:gd name="T27" fmla="*/ 143 h 216"/>
                    <a:gd name="T28" fmla="*/ 8 w 256"/>
                    <a:gd name="T29" fmla="*/ 130 h 216"/>
                    <a:gd name="T30" fmla="*/ 0 w 256"/>
                    <a:gd name="T31" fmla="*/ 156 h 216"/>
                    <a:gd name="T32" fmla="*/ 15 w 256"/>
                    <a:gd name="T33" fmla="*/ 194 h 216"/>
                    <a:gd name="T34" fmla="*/ 71 w 256"/>
                    <a:gd name="T35" fmla="*/ 153 h 216"/>
                    <a:gd name="T36" fmla="*/ 105 w 256"/>
                    <a:gd name="T37" fmla="*/ 145 h 216"/>
                    <a:gd name="T38" fmla="*/ 111 w 256"/>
                    <a:gd name="T39" fmla="*/ 161 h 216"/>
                    <a:gd name="T40" fmla="*/ 139 w 256"/>
                    <a:gd name="T41" fmla="*/ 201 h 216"/>
                    <a:gd name="T42" fmla="*/ 142 w 256"/>
                    <a:gd name="T43" fmla="*/ 189 h 216"/>
                    <a:gd name="T44" fmla="*/ 150 w 256"/>
                    <a:gd name="T45" fmla="*/ 189 h 216"/>
                    <a:gd name="T46" fmla="*/ 123 w 256"/>
                    <a:gd name="T47" fmla="*/ 152 h 216"/>
                    <a:gd name="T48" fmla="*/ 131 w 256"/>
                    <a:gd name="T49" fmla="*/ 139 h 216"/>
                    <a:gd name="T50" fmla="*/ 160 w 256"/>
                    <a:gd name="T51" fmla="*/ 178 h 216"/>
                    <a:gd name="T52" fmla="*/ 172 w 256"/>
                    <a:gd name="T53" fmla="*/ 202 h 216"/>
                    <a:gd name="T54" fmla="*/ 178 w 256"/>
                    <a:gd name="T55" fmla="*/ 215 h 216"/>
                    <a:gd name="T56" fmla="*/ 183 w 256"/>
                    <a:gd name="T57" fmla="*/ 191 h 216"/>
                    <a:gd name="T58" fmla="*/ 202 w 256"/>
                    <a:gd name="T59" fmla="*/ 182 h 216"/>
                    <a:gd name="T60" fmla="*/ 214 w 256"/>
                    <a:gd name="T61" fmla="*/ 177 h 216"/>
                    <a:gd name="T62" fmla="*/ 210 w 256"/>
                    <a:gd name="T63" fmla="*/ 158 h 216"/>
                    <a:gd name="T64" fmla="*/ 219 w 256"/>
                    <a:gd name="T65" fmla="*/ 126 h 216"/>
                    <a:gd name="T66" fmla="*/ 232 w 256"/>
                    <a:gd name="T67" fmla="*/ 130 h 216"/>
                    <a:gd name="T68" fmla="*/ 236 w 256"/>
                    <a:gd name="T69" fmla="*/ 145 h 216"/>
                    <a:gd name="T70" fmla="*/ 247 w 256"/>
                    <a:gd name="T71" fmla="*/ 137 h 216"/>
                    <a:gd name="T72" fmla="*/ 244 w 256"/>
                    <a:gd name="T73" fmla="*/ 134 h 216"/>
                    <a:gd name="T74" fmla="*/ 252 w 256"/>
                    <a:gd name="T75" fmla="*/ 114 h 216"/>
                    <a:gd name="T76" fmla="*/ 255 w 256"/>
                    <a:gd name="T77" fmla="*/ 137 h 216"/>
                    <a:gd name="T78" fmla="*/ 168 w 256"/>
                    <a:gd name="T79" fmla="*/ 0 h 21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56" h="216">
                      <a:moveTo>
                        <a:pt x="168" y="0"/>
                      </a:moveTo>
                      <a:lnTo>
                        <a:pt x="168" y="15"/>
                      </a:lnTo>
                      <a:lnTo>
                        <a:pt x="173" y="20"/>
                      </a:lnTo>
                      <a:lnTo>
                        <a:pt x="201" y="20"/>
                      </a:lnTo>
                      <a:lnTo>
                        <a:pt x="201" y="28"/>
                      </a:lnTo>
                      <a:lnTo>
                        <a:pt x="181" y="28"/>
                      </a:lnTo>
                      <a:lnTo>
                        <a:pt x="181" y="52"/>
                      </a:lnTo>
                      <a:lnTo>
                        <a:pt x="172" y="41"/>
                      </a:lnTo>
                      <a:lnTo>
                        <a:pt x="172" y="56"/>
                      </a:lnTo>
                      <a:lnTo>
                        <a:pt x="160" y="70"/>
                      </a:lnTo>
                      <a:lnTo>
                        <a:pt x="152" y="62"/>
                      </a:lnTo>
                      <a:lnTo>
                        <a:pt x="140" y="72"/>
                      </a:lnTo>
                      <a:lnTo>
                        <a:pt x="138" y="69"/>
                      </a:lnTo>
                      <a:lnTo>
                        <a:pt x="123" y="69"/>
                      </a:lnTo>
                      <a:lnTo>
                        <a:pt x="131" y="59"/>
                      </a:lnTo>
                      <a:lnTo>
                        <a:pt x="131" y="55"/>
                      </a:lnTo>
                      <a:lnTo>
                        <a:pt x="124" y="48"/>
                      </a:lnTo>
                      <a:lnTo>
                        <a:pt x="124" y="37"/>
                      </a:lnTo>
                      <a:lnTo>
                        <a:pt x="114" y="48"/>
                      </a:lnTo>
                      <a:lnTo>
                        <a:pt x="114" y="69"/>
                      </a:lnTo>
                      <a:lnTo>
                        <a:pt x="102" y="69"/>
                      </a:lnTo>
                      <a:lnTo>
                        <a:pt x="87" y="84"/>
                      </a:lnTo>
                      <a:lnTo>
                        <a:pt x="81" y="84"/>
                      </a:lnTo>
                      <a:lnTo>
                        <a:pt x="73" y="94"/>
                      </a:lnTo>
                      <a:lnTo>
                        <a:pt x="43" y="94"/>
                      </a:lnTo>
                      <a:lnTo>
                        <a:pt x="53" y="108"/>
                      </a:lnTo>
                      <a:lnTo>
                        <a:pt x="53" y="130"/>
                      </a:lnTo>
                      <a:lnTo>
                        <a:pt x="43" y="143"/>
                      </a:lnTo>
                      <a:lnTo>
                        <a:pt x="31" y="130"/>
                      </a:lnTo>
                      <a:lnTo>
                        <a:pt x="8" y="130"/>
                      </a:lnTo>
                      <a:lnTo>
                        <a:pt x="8" y="146"/>
                      </a:lnTo>
                      <a:lnTo>
                        <a:pt x="0" y="156"/>
                      </a:lnTo>
                      <a:lnTo>
                        <a:pt x="0" y="177"/>
                      </a:lnTo>
                      <a:lnTo>
                        <a:pt x="15" y="194"/>
                      </a:lnTo>
                      <a:lnTo>
                        <a:pt x="37" y="194"/>
                      </a:lnTo>
                      <a:lnTo>
                        <a:pt x="71" y="153"/>
                      </a:lnTo>
                      <a:lnTo>
                        <a:pt x="101" y="153"/>
                      </a:lnTo>
                      <a:lnTo>
                        <a:pt x="105" y="145"/>
                      </a:lnTo>
                      <a:lnTo>
                        <a:pt x="112" y="153"/>
                      </a:lnTo>
                      <a:lnTo>
                        <a:pt x="111" y="161"/>
                      </a:lnTo>
                      <a:lnTo>
                        <a:pt x="139" y="189"/>
                      </a:lnTo>
                      <a:lnTo>
                        <a:pt x="139" y="201"/>
                      </a:lnTo>
                      <a:lnTo>
                        <a:pt x="145" y="196"/>
                      </a:lnTo>
                      <a:lnTo>
                        <a:pt x="142" y="189"/>
                      </a:lnTo>
                      <a:lnTo>
                        <a:pt x="145" y="185"/>
                      </a:lnTo>
                      <a:lnTo>
                        <a:pt x="150" y="189"/>
                      </a:lnTo>
                      <a:lnTo>
                        <a:pt x="152" y="188"/>
                      </a:lnTo>
                      <a:lnTo>
                        <a:pt x="123" y="152"/>
                      </a:lnTo>
                      <a:lnTo>
                        <a:pt x="123" y="139"/>
                      </a:lnTo>
                      <a:lnTo>
                        <a:pt x="131" y="139"/>
                      </a:lnTo>
                      <a:lnTo>
                        <a:pt x="131" y="146"/>
                      </a:lnTo>
                      <a:lnTo>
                        <a:pt x="160" y="178"/>
                      </a:lnTo>
                      <a:lnTo>
                        <a:pt x="160" y="188"/>
                      </a:lnTo>
                      <a:lnTo>
                        <a:pt x="172" y="202"/>
                      </a:lnTo>
                      <a:lnTo>
                        <a:pt x="169" y="205"/>
                      </a:lnTo>
                      <a:lnTo>
                        <a:pt x="178" y="215"/>
                      </a:lnTo>
                      <a:lnTo>
                        <a:pt x="191" y="200"/>
                      </a:lnTo>
                      <a:lnTo>
                        <a:pt x="183" y="191"/>
                      </a:lnTo>
                      <a:lnTo>
                        <a:pt x="191" y="182"/>
                      </a:lnTo>
                      <a:lnTo>
                        <a:pt x="202" y="182"/>
                      </a:lnTo>
                      <a:lnTo>
                        <a:pt x="207" y="177"/>
                      </a:lnTo>
                      <a:lnTo>
                        <a:pt x="214" y="177"/>
                      </a:lnTo>
                      <a:lnTo>
                        <a:pt x="205" y="164"/>
                      </a:lnTo>
                      <a:lnTo>
                        <a:pt x="210" y="158"/>
                      </a:lnTo>
                      <a:lnTo>
                        <a:pt x="210" y="137"/>
                      </a:lnTo>
                      <a:lnTo>
                        <a:pt x="219" y="126"/>
                      </a:lnTo>
                      <a:lnTo>
                        <a:pt x="223" y="130"/>
                      </a:lnTo>
                      <a:lnTo>
                        <a:pt x="232" y="130"/>
                      </a:lnTo>
                      <a:lnTo>
                        <a:pt x="228" y="136"/>
                      </a:lnTo>
                      <a:lnTo>
                        <a:pt x="236" y="145"/>
                      </a:lnTo>
                      <a:lnTo>
                        <a:pt x="241" y="137"/>
                      </a:lnTo>
                      <a:lnTo>
                        <a:pt x="247" y="137"/>
                      </a:lnTo>
                      <a:lnTo>
                        <a:pt x="247" y="134"/>
                      </a:lnTo>
                      <a:lnTo>
                        <a:pt x="244" y="134"/>
                      </a:lnTo>
                      <a:lnTo>
                        <a:pt x="239" y="130"/>
                      </a:lnTo>
                      <a:lnTo>
                        <a:pt x="252" y="114"/>
                      </a:lnTo>
                      <a:lnTo>
                        <a:pt x="252" y="137"/>
                      </a:lnTo>
                      <a:lnTo>
                        <a:pt x="255" y="137"/>
                      </a:lnTo>
                      <a:lnTo>
                        <a:pt x="255" y="0"/>
                      </a:lnTo>
                      <a:lnTo>
                        <a:pt x="16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Freeform 22">
                  <a:extLst>
                    <a:ext uri="{FF2B5EF4-FFF2-40B4-BE49-F238E27FC236}">
                      <a16:creationId xmlns:a16="http://schemas.microsoft.com/office/drawing/2014/main" id="{35E915C1-8462-4C34-8587-DF5E6C68EB62}"/>
                    </a:ext>
                  </a:extLst>
                </p:cNvPr>
                <p:cNvSpPr>
                  <a:spLocks/>
                </p:cNvSpPr>
                <p:nvPr/>
              </p:nvSpPr>
              <p:spPr bwMode="grayWhite">
                <a:xfrm>
                  <a:off x="2276" y="406"/>
                  <a:ext cx="1089" cy="769"/>
                </a:xfrm>
                <a:custGeom>
                  <a:avLst/>
                  <a:gdLst>
                    <a:gd name="T0" fmla="*/ 32 w 1089"/>
                    <a:gd name="T1" fmla="*/ 202 h 769"/>
                    <a:gd name="T2" fmla="*/ 99 w 1089"/>
                    <a:gd name="T3" fmla="*/ 134 h 769"/>
                    <a:gd name="T4" fmla="*/ 142 w 1089"/>
                    <a:gd name="T5" fmla="*/ 181 h 769"/>
                    <a:gd name="T6" fmla="*/ 118 w 1089"/>
                    <a:gd name="T7" fmla="*/ 179 h 769"/>
                    <a:gd name="T8" fmla="*/ 216 w 1089"/>
                    <a:gd name="T9" fmla="*/ 172 h 769"/>
                    <a:gd name="T10" fmla="*/ 240 w 1089"/>
                    <a:gd name="T11" fmla="*/ 110 h 769"/>
                    <a:gd name="T12" fmla="*/ 241 w 1089"/>
                    <a:gd name="T13" fmla="*/ 124 h 769"/>
                    <a:gd name="T14" fmla="*/ 223 w 1089"/>
                    <a:gd name="T15" fmla="*/ 172 h 769"/>
                    <a:gd name="T16" fmla="*/ 301 w 1089"/>
                    <a:gd name="T17" fmla="*/ 133 h 769"/>
                    <a:gd name="T18" fmla="*/ 460 w 1089"/>
                    <a:gd name="T19" fmla="*/ 23 h 769"/>
                    <a:gd name="T20" fmla="*/ 574 w 1089"/>
                    <a:gd name="T21" fmla="*/ 29 h 769"/>
                    <a:gd name="T22" fmla="*/ 701 w 1089"/>
                    <a:gd name="T23" fmla="*/ 15 h 769"/>
                    <a:gd name="T24" fmla="*/ 840 w 1089"/>
                    <a:gd name="T25" fmla="*/ 71 h 769"/>
                    <a:gd name="T26" fmla="*/ 1001 w 1089"/>
                    <a:gd name="T27" fmla="*/ 91 h 769"/>
                    <a:gd name="T28" fmla="*/ 1080 w 1089"/>
                    <a:gd name="T29" fmla="*/ 156 h 769"/>
                    <a:gd name="T30" fmla="*/ 1019 w 1089"/>
                    <a:gd name="T31" fmla="*/ 206 h 769"/>
                    <a:gd name="T32" fmla="*/ 985 w 1089"/>
                    <a:gd name="T33" fmla="*/ 270 h 769"/>
                    <a:gd name="T34" fmla="*/ 945 w 1089"/>
                    <a:gd name="T35" fmla="*/ 273 h 769"/>
                    <a:gd name="T36" fmla="*/ 958 w 1089"/>
                    <a:gd name="T37" fmla="*/ 184 h 769"/>
                    <a:gd name="T38" fmla="*/ 906 w 1089"/>
                    <a:gd name="T39" fmla="*/ 232 h 769"/>
                    <a:gd name="T40" fmla="*/ 868 w 1089"/>
                    <a:gd name="T41" fmla="*/ 273 h 769"/>
                    <a:gd name="T42" fmla="*/ 881 w 1089"/>
                    <a:gd name="T43" fmla="*/ 318 h 769"/>
                    <a:gd name="T44" fmla="*/ 837 w 1089"/>
                    <a:gd name="T45" fmla="*/ 385 h 769"/>
                    <a:gd name="T46" fmla="*/ 844 w 1089"/>
                    <a:gd name="T47" fmla="*/ 439 h 769"/>
                    <a:gd name="T48" fmla="*/ 839 w 1089"/>
                    <a:gd name="T49" fmla="*/ 413 h 769"/>
                    <a:gd name="T50" fmla="*/ 797 w 1089"/>
                    <a:gd name="T51" fmla="*/ 416 h 769"/>
                    <a:gd name="T52" fmla="*/ 828 w 1089"/>
                    <a:gd name="T53" fmla="*/ 496 h 769"/>
                    <a:gd name="T54" fmla="*/ 751 w 1089"/>
                    <a:gd name="T55" fmla="*/ 589 h 769"/>
                    <a:gd name="T56" fmla="*/ 730 w 1089"/>
                    <a:gd name="T57" fmla="*/ 615 h 769"/>
                    <a:gd name="T58" fmla="*/ 703 w 1089"/>
                    <a:gd name="T59" fmla="*/ 706 h 769"/>
                    <a:gd name="T60" fmla="*/ 665 w 1089"/>
                    <a:gd name="T61" fmla="*/ 708 h 769"/>
                    <a:gd name="T62" fmla="*/ 711 w 1089"/>
                    <a:gd name="T63" fmla="*/ 768 h 769"/>
                    <a:gd name="T64" fmla="*/ 634 w 1089"/>
                    <a:gd name="T65" fmla="*/ 626 h 769"/>
                    <a:gd name="T66" fmla="*/ 545 w 1089"/>
                    <a:gd name="T67" fmla="*/ 596 h 769"/>
                    <a:gd name="T68" fmla="*/ 503 w 1089"/>
                    <a:gd name="T69" fmla="*/ 689 h 769"/>
                    <a:gd name="T70" fmla="*/ 471 w 1089"/>
                    <a:gd name="T71" fmla="*/ 738 h 769"/>
                    <a:gd name="T72" fmla="*/ 416 w 1089"/>
                    <a:gd name="T73" fmla="*/ 592 h 769"/>
                    <a:gd name="T74" fmla="*/ 373 w 1089"/>
                    <a:gd name="T75" fmla="*/ 607 h 769"/>
                    <a:gd name="T76" fmla="*/ 336 w 1089"/>
                    <a:gd name="T77" fmla="*/ 545 h 769"/>
                    <a:gd name="T78" fmla="*/ 223 w 1089"/>
                    <a:gd name="T79" fmla="*/ 510 h 769"/>
                    <a:gd name="T80" fmla="*/ 263 w 1089"/>
                    <a:gd name="T81" fmla="*/ 577 h 769"/>
                    <a:gd name="T82" fmla="*/ 234 w 1089"/>
                    <a:gd name="T83" fmla="*/ 620 h 769"/>
                    <a:gd name="T84" fmla="*/ 190 w 1089"/>
                    <a:gd name="T85" fmla="*/ 605 h 769"/>
                    <a:gd name="T86" fmla="*/ 119 w 1089"/>
                    <a:gd name="T87" fmla="*/ 495 h 769"/>
                    <a:gd name="T88" fmla="*/ 149 w 1089"/>
                    <a:gd name="T89" fmla="*/ 432 h 769"/>
                    <a:gd name="T90" fmla="*/ 166 w 1089"/>
                    <a:gd name="T91" fmla="*/ 385 h 769"/>
                    <a:gd name="T92" fmla="*/ 149 w 1089"/>
                    <a:gd name="T93" fmla="*/ 226 h 769"/>
                    <a:gd name="T94" fmla="*/ 86 w 1089"/>
                    <a:gd name="T95" fmla="*/ 193 h 769"/>
                    <a:gd name="T96" fmla="*/ 55 w 1089"/>
                    <a:gd name="T97" fmla="*/ 210 h 769"/>
                    <a:gd name="T98" fmla="*/ 0 w 1089"/>
                    <a:gd name="T99" fmla="*/ 226 h 7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9" h="769">
                      <a:moveTo>
                        <a:pt x="0" y="226"/>
                      </a:moveTo>
                      <a:lnTo>
                        <a:pt x="32" y="202"/>
                      </a:lnTo>
                      <a:lnTo>
                        <a:pt x="62" y="156"/>
                      </a:lnTo>
                      <a:lnTo>
                        <a:pt x="99" y="134"/>
                      </a:lnTo>
                      <a:lnTo>
                        <a:pt x="137" y="160"/>
                      </a:lnTo>
                      <a:lnTo>
                        <a:pt x="142" y="181"/>
                      </a:lnTo>
                      <a:lnTo>
                        <a:pt x="133" y="181"/>
                      </a:lnTo>
                      <a:lnTo>
                        <a:pt x="118" y="179"/>
                      </a:lnTo>
                      <a:lnTo>
                        <a:pt x="137" y="202"/>
                      </a:lnTo>
                      <a:lnTo>
                        <a:pt x="216" y="172"/>
                      </a:lnTo>
                      <a:lnTo>
                        <a:pt x="206" y="149"/>
                      </a:lnTo>
                      <a:lnTo>
                        <a:pt x="240" y="110"/>
                      </a:lnTo>
                      <a:lnTo>
                        <a:pt x="262" y="111"/>
                      </a:lnTo>
                      <a:lnTo>
                        <a:pt x="241" y="124"/>
                      </a:lnTo>
                      <a:lnTo>
                        <a:pt x="223" y="153"/>
                      </a:lnTo>
                      <a:lnTo>
                        <a:pt x="223" y="172"/>
                      </a:lnTo>
                      <a:lnTo>
                        <a:pt x="255" y="193"/>
                      </a:lnTo>
                      <a:lnTo>
                        <a:pt x="301" y="133"/>
                      </a:lnTo>
                      <a:lnTo>
                        <a:pt x="461" y="63"/>
                      </a:lnTo>
                      <a:lnTo>
                        <a:pt x="460" y="23"/>
                      </a:lnTo>
                      <a:lnTo>
                        <a:pt x="533" y="8"/>
                      </a:lnTo>
                      <a:lnTo>
                        <a:pt x="574" y="29"/>
                      </a:lnTo>
                      <a:lnTo>
                        <a:pt x="671" y="0"/>
                      </a:lnTo>
                      <a:lnTo>
                        <a:pt x="701" y="15"/>
                      </a:lnTo>
                      <a:lnTo>
                        <a:pt x="766" y="85"/>
                      </a:lnTo>
                      <a:lnTo>
                        <a:pt x="840" y="71"/>
                      </a:lnTo>
                      <a:lnTo>
                        <a:pt x="886" y="96"/>
                      </a:lnTo>
                      <a:lnTo>
                        <a:pt x="1001" y="91"/>
                      </a:lnTo>
                      <a:lnTo>
                        <a:pt x="1088" y="118"/>
                      </a:lnTo>
                      <a:lnTo>
                        <a:pt x="1080" y="156"/>
                      </a:lnTo>
                      <a:lnTo>
                        <a:pt x="1006" y="181"/>
                      </a:lnTo>
                      <a:lnTo>
                        <a:pt x="1019" y="206"/>
                      </a:lnTo>
                      <a:lnTo>
                        <a:pt x="987" y="220"/>
                      </a:lnTo>
                      <a:lnTo>
                        <a:pt x="985" y="270"/>
                      </a:lnTo>
                      <a:lnTo>
                        <a:pt x="957" y="304"/>
                      </a:lnTo>
                      <a:lnTo>
                        <a:pt x="945" y="273"/>
                      </a:lnTo>
                      <a:lnTo>
                        <a:pt x="961" y="244"/>
                      </a:lnTo>
                      <a:lnTo>
                        <a:pt x="958" y="184"/>
                      </a:lnTo>
                      <a:lnTo>
                        <a:pt x="929" y="215"/>
                      </a:lnTo>
                      <a:lnTo>
                        <a:pt x="906" y="232"/>
                      </a:lnTo>
                      <a:lnTo>
                        <a:pt x="884" y="205"/>
                      </a:lnTo>
                      <a:lnTo>
                        <a:pt x="868" y="273"/>
                      </a:lnTo>
                      <a:lnTo>
                        <a:pt x="885" y="273"/>
                      </a:lnTo>
                      <a:lnTo>
                        <a:pt x="881" y="318"/>
                      </a:lnTo>
                      <a:lnTo>
                        <a:pt x="861" y="366"/>
                      </a:lnTo>
                      <a:lnTo>
                        <a:pt x="837" y="385"/>
                      </a:lnTo>
                      <a:lnTo>
                        <a:pt x="857" y="417"/>
                      </a:lnTo>
                      <a:lnTo>
                        <a:pt x="844" y="439"/>
                      </a:lnTo>
                      <a:lnTo>
                        <a:pt x="839" y="420"/>
                      </a:lnTo>
                      <a:lnTo>
                        <a:pt x="839" y="413"/>
                      </a:lnTo>
                      <a:lnTo>
                        <a:pt x="823" y="402"/>
                      </a:lnTo>
                      <a:lnTo>
                        <a:pt x="797" y="416"/>
                      </a:lnTo>
                      <a:lnTo>
                        <a:pt x="820" y="469"/>
                      </a:lnTo>
                      <a:lnTo>
                        <a:pt x="828" y="496"/>
                      </a:lnTo>
                      <a:lnTo>
                        <a:pt x="801" y="569"/>
                      </a:lnTo>
                      <a:lnTo>
                        <a:pt x="751" y="589"/>
                      </a:lnTo>
                      <a:lnTo>
                        <a:pt x="710" y="585"/>
                      </a:lnTo>
                      <a:lnTo>
                        <a:pt x="730" y="615"/>
                      </a:lnTo>
                      <a:lnTo>
                        <a:pt x="732" y="657"/>
                      </a:lnTo>
                      <a:lnTo>
                        <a:pt x="703" y="706"/>
                      </a:lnTo>
                      <a:lnTo>
                        <a:pt x="670" y="679"/>
                      </a:lnTo>
                      <a:lnTo>
                        <a:pt x="665" y="708"/>
                      </a:lnTo>
                      <a:lnTo>
                        <a:pt x="690" y="732"/>
                      </a:lnTo>
                      <a:lnTo>
                        <a:pt x="711" y="768"/>
                      </a:lnTo>
                      <a:lnTo>
                        <a:pt x="676" y="747"/>
                      </a:lnTo>
                      <a:lnTo>
                        <a:pt x="634" y="626"/>
                      </a:lnTo>
                      <a:lnTo>
                        <a:pt x="583" y="593"/>
                      </a:lnTo>
                      <a:lnTo>
                        <a:pt x="545" y="596"/>
                      </a:lnTo>
                      <a:lnTo>
                        <a:pt x="497" y="665"/>
                      </a:lnTo>
                      <a:lnTo>
                        <a:pt x="503" y="689"/>
                      </a:lnTo>
                      <a:lnTo>
                        <a:pt x="487" y="738"/>
                      </a:lnTo>
                      <a:lnTo>
                        <a:pt x="471" y="738"/>
                      </a:lnTo>
                      <a:lnTo>
                        <a:pt x="416" y="636"/>
                      </a:lnTo>
                      <a:lnTo>
                        <a:pt x="416" y="592"/>
                      </a:lnTo>
                      <a:lnTo>
                        <a:pt x="404" y="608"/>
                      </a:lnTo>
                      <a:lnTo>
                        <a:pt x="373" y="607"/>
                      </a:lnTo>
                      <a:lnTo>
                        <a:pt x="385" y="580"/>
                      </a:lnTo>
                      <a:lnTo>
                        <a:pt x="336" y="545"/>
                      </a:lnTo>
                      <a:lnTo>
                        <a:pt x="275" y="545"/>
                      </a:lnTo>
                      <a:lnTo>
                        <a:pt x="223" y="510"/>
                      </a:lnTo>
                      <a:lnTo>
                        <a:pt x="220" y="545"/>
                      </a:lnTo>
                      <a:lnTo>
                        <a:pt x="263" y="577"/>
                      </a:lnTo>
                      <a:lnTo>
                        <a:pt x="278" y="576"/>
                      </a:lnTo>
                      <a:lnTo>
                        <a:pt x="234" y="620"/>
                      </a:lnTo>
                      <a:lnTo>
                        <a:pt x="190" y="630"/>
                      </a:lnTo>
                      <a:lnTo>
                        <a:pt x="190" y="605"/>
                      </a:lnTo>
                      <a:lnTo>
                        <a:pt x="127" y="518"/>
                      </a:lnTo>
                      <a:lnTo>
                        <a:pt x="119" y="495"/>
                      </a:lnTo>
                      <a:lnTo>
                        <a:pt x="153" y="467"/>
                      </a:lnTo>
                      <a:lnTo>
                        <a:pt x="149" y="432"/>
                      </a:lnTo>
                      <a:lnTo>
                        <a:pt x="149" y="393"/>
                      </a:lnTo>
                      <a:lnTo>
                        <a:pt x="166" y="385"/>
                      </a:lnTo>
                      <a:lnTo>
                        <a:pt x="149" y="366"/>
                      </a:lnTo>
                      <a:lnTo>
                        <a:pt x="149" y="226"/>
                      </a:lnTo>
                      <a:lnTo>
                        <a:pt x="61" y="226"/>
                      </a:lnTo>
                      <a:lnTo>
                        <a:pt x="86" y="193"/>
                      </a:lnTo>
                      <a:lnTo>
                        <a:pt x="84" y="181"/>
                      </a:lnTo>
                      <a:lnTo>
                        <a:pt x="55" y="210"/>
                      </a:lnTo>
                      <a:lnTo>
                        <a:pt x="45" y="226"/>
                      </a:lnTo>
                      <a:lnTo>
                        <a:pt x="0" y="2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23">
                  <a:extLst>
                    <a:ext uri="{FF2B5EF4-FFF2-40B4-BE49-F238E27FC236}">
                      <a16:creationId xmlns:a16="http://schemas.microsoft.com/office/drawing/2014/main" id="{980DC663-7CCB-4F15-BA5D-6DE0D251F967}"/>
                    </a:ext>
                  </a:extLst>
                </p:cNvPr>
                <p:cNvSpPr>
                  <a:spLocks/>
                </p:cNvSpPr>
                <p:nvPr/>
              </p:nvSpPr>
              <p:spPr bwMode="grayWhite">
                <a:xfrm>
                  <a:off x="3135" y="720"/>
                  <a:ext cx="94" cy="157"/>
                </a:xfrm>
                <a:custGeom>
                  <a:avLst/>
                  <a:gdLst>
                    <a:gd name="T0" fmla="*/ 63 w 94"/>
                    <a:gd name="T1" fmla="*/ 0 h 157"/>
                    <a:gd name="T2" fmla="*/ 63 w 94"/>
                    <a:gd name="T3" fmla="*/ 20 h 157"/>
                    <a:gd name="T4" fmla="*/ 55 w 94"/>
                    <a:gd name="T5" fmla="*/ 33 h 157"/>
                    <a:gd name="T6" fmla="*/ 57 w 94"/>
                    <a:gd name="T7" fmla="*/ 54 h 157"/>
                    <a:gd name="T8" fmla="*/ 47 w 94"/>
                    <a:gd name="T9" fmla="*/ 82 h 157"/>
                    <a:gd name="T10" fmla="*/ 31 w 94"/>
                    <a:gd name="T11" fmla="*/ 108 h 157"/>
                    <a:gd name="T12" fmla="*/ 7 w 94"/>
                    <a:gd name="T13" fmla="*/ 125 h 157"/>
                    <a:gd name="T14" fmla="*/ 0 w 94"/>
                    <a:gd name="T15" fmla="*/ 154 h 157"/>
                    <a:gd name="T16" fmla="*/ 10 w 94"/>
                    <a:gd name="T17" fmla="*/ 156 h 157"/>
                    <a:gd name="T18" fmla="*/ 10 w 94"/>
                    <a:gd name="T19" fmla="*/ 129 h 157"/>
                    <a:gd name="T20" fmla="*/ 44 w 94"/>
                    <a:gd name="T21" fmla="*/ 127 h 157"/>
                    <a:gd name="T22" fmla="*/ 69 w 94"/>
                    <a:gd name="T23" fmla="*/ 109 h 157"/>
                    <a:gd name="T24" fmla="*/ 69 w 94"/>
                    <a:gd name="T25" fmla="*/ 72 h 157"/>
                    <a:gd name="T26" fmla="*/ 77 w 94"/>
                    <a:gd name="T27" fmla="*/ 58 h 157"/>
                    <a:gd name="T28" fmla="*/ 64 w 94"/>
                    <a:gd name="T29" fmla="*/ 34 h 157"/>
                    <a:gd name="T30" fmla="*/ 82 w 94"/>
                    <a:gd name="T31" fmla="*/ 27 h 157"/>
                    <a:gd name="T32" fmla="*/ 93 w 94"/>
                    <a:gd name="T33" fmla="*/ 8 h 157"/>
                    <a:gd name="T34" fmla="*/ 69 w 94"/>
                    <a:gd name="T35" fmla="*/ 11 h 157"/>
                    <a:gd name="T36" fmla="*/ 63 w 94"/>
                    <a:gd name="T37" fmla="*/ 0 h 1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4" h="157">
                      <a:moveTo>
                        <a:pt x="63" y="0"/>
                      </a:moveTo>
                      <a:lnTo>
                        <a:pt x="63" y="20"/>
                      </a:lnTo>
                      <a:lnTo>
                        <a:pt x="55" y="33"/>
                      </a:lnTo>
                      <a:lnTo>
                        <a:pt x="57" y="54"/>
                      </a:lnTo>
                      <a:lnTo>
                        <a:pt x="47" y="82"/>
                      </a:lnTo>
                      <a:lnTo>
                        <a:pt x="31" y="108"/>
                      </a:lnTo>
                      <a:lnTo>
                        <a:pt x="7" y="125"/>
                      </a:lnTo>
                      <a:lnTo>
                        <a:pt x="0" y="154"/>
                      </a:lnTo>
                      <a:lnTo>
                        <a:pt x="10" y="156"/>
                      </a:lnTo>
                      <a:lnTo>
                        <a:pt x="10" y="129"/>
                      </a:lnTo>
                      <a:lnTo>
                        <a:pt x="44" y="127"/>
                      </a:lnTo>
                      <a:lnTo>
                        <a:pt x="69" y="109"/>
                      </a:lnTo>
                      <a:lnTo>
                        <a:pt x="69" y="72"/>
                      </a:lnTo>
                      <a:lnTo>
                        <a:pt x="77" y="58"/>
                      </a:lnTo>
                      <a:lnTo>
                        <a:pt x="64" y="34"/>
                      </a:lnTo>
                      <a:lnTo>
                        <a:pt x="82" y="27"/>
                      </a:lnTo>
                      <a:lnTo>
                        <a:pt x="93" y="8"/>
                      </a:lnTo>
                      <a:lnTo>
                        <a:pt x="69" y="11"/>
                      </a:lnTo>
                      <a:lnTo>
                        <a:pt x="63"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24">
                  <a:extLst>
                    <a:ext uri="{FF2B5EF4-FFF2-40B4-BE49-F238E27FC236}">
                      <a16:creationId xmlns:a16="http://schemas.microsoft.com/office/drawing/2014/main" id="{9E29EFC0-9E25-4A72-A0E4-77E4F9ABFEA7}"/>
                    </a:ext>
                  </a:extLst>
                </p:cNvPr>
                <p:cNvSpPr>
                  <a:spLocks/>
                </p:cNvSpPr>
                <p:nvPr/>
              </p:nvSpPr>
              <p:spPr bwMode="grayWhite">
                <a:xfrm>
                  <a:off x="2780" y="1139"/>
                  <a:ext cx="19" cy="36"/>
                </a:xfrm>
                <a:custGeom>
                  <a:avLst/>
                  <a:gdLst>
                    <a:gd name="T0" fmla="*/ 9 w 19"/>
                    <a:gd name="T1" fmla="*/ 0 h 36"/>
                    <a:gd name="T2" fmla="*/ 0 w 19"/>
                    <a:gd name="T3" fmla="*/ 16 h 36"/>
                    <a:gd name="T4" fmla="*/ 6 w 19"/>
                    <a:gd name="T5" fmla="*/ 35 h 36"/>
                    <a:gd name="T6" fmla="*/ 18 w 19"/>
                    <a:gd name="T7" fmla="*/ 21 h 36"/>
                    <a:gd name="T8" fmla="*/ 9 w 1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6">
                      <a:moveTo>
                        <a:pt x="9" y="0"/>
                      </a:moveTo>
                      <a:lnTo>
                        <a:pt x="0" y="16"/>
                      </a:lnTo>
                      <a:lnTo>
                        <a:pt x="6" y="35"/>
                      </a:lnTo>
                      <a:lnTo>
                        <a:pt x="18" y="21"/>
                      </a:lnTo>
                      <a:lnTo>
                        <a:pt x="9"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25">
                  <a:extLst>
                    <a:ext uri="{FF2B5EF4-FFF2-40B4-BE49-F238E27FC236}">
                      <a16:creationId xmlns:a16="http://schemas.microsoft.com/office/drawing/2014/main" id="{F753A5FB-8918-4B2A-8F58-FD5C09DFC447}"/>
                    </a:ext>
                  </a:extLst>
                </p:cNvPr>
                <p:cNvSpPr>
                  <a:spLocks/>
                </p:cNvSpPr>
                <p:nvPr/>
              </p:nvSpPr>
              <p:spPr bwMode="grayWhite">
                <a:xfrm>
                  <a:off x="2923" y="1177"/>
                  <a:ext cx="220" cy="94"/>
                </a:xfrm>
                <a:custGeom>
                  <a:avLst/>
                  <a:gdLst>
                    <a:gd name="T0" fmla="*/ 0 w 220"/>
                    <a:gd name="T1" fmla="*/ 0 h 94"/>
                    <a:gd name="T2" fmla="*/ 33 w 220"/>
                    <a:gd name="T3" fmla="*/ 7 h 94"/>
                    <a:gd name="T4" fmla="*/ 82 w 220"/>
                    <a:gd name="T5" fmla="*/ 41 h 94"/>
                    <a:gd name="T6" fmla="*/ 75 w 220"/>
                    <a:gd name="T7" fmla="*/ 60 h 94"/>
                    <a:gd name="T8" fmla="*/ 115 w 220"/>
                    <a:gd name="T9" fmla="*/ 77 h 94"/>
                    <a:gd name="T10" fmla="*/ 219 w 220"/>
                    <a:gd name="T11" fmla="*/ 77 h 94"/>
                    <a:gd name="T12" fmla="*/ 106 w 220"/>
                    <a:gd name="T13" fmla="*/ 93 h 94"/>
                    <a:gd name="T14" fmla="*/ 75 w 220"/>
                    <a:gd name="T15" fmla="*/ 60 h 94"/>
                    <a:gd name="T16" fmla="*/ 46 w 220"/>
                    <a:gd name="T17" fmla="*/ 54 h 94"/>
                    <a:gd name="T18" fmla="*/ 0 w 220"/>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94">
                      <a:moveTo>
                        <a:pt x="0" y="0"/>
                      </a:moveTo>
                      <a:lnTo>
                        <a:pt x="33" y="7"/>
                      </a:lnTo>
                      <a:lnTo>
                        <a:pt x="82" y="41"/>
                      </a:lnTo>
                      <a:lnTo>
                        <a:pt x="75" y="60"/>
                      </a:lnTo>
                      <a:lnTo>
                        <a:pt x="115" y="77"/>
                      </a:lnTo>
                      <a:lnTo>
                        <a:pt x="219" y="77"/>
                      </a:lnTo>
                      <a:lnTo>
                        <a:pt x="106" y="93"/>
                      </a:lnTo>
                      <a:lnTo>
                        <a:pt x="75" y="60"/>
                      </a:lnTo>
                      <a:lnTo>
                        <a:pt x="46" y="54"/>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26">
                  <a:extLst>
                    <a:ext uri="{FF2B5EF4-FFF2-40B4-BE49-F238E27FC236}">
                      <a16:creationId xmlns:a16="http://schemas.microsoft.com/office/drawing/2014/main" id="{FE3649D4-B83D-4B05-91BE-D908C3764247}"/>
                    </a:ext>
                  </a:extLst>
                </p:cNvPr>
                <p:cNvSpPr>
                  <a:spLocks/>
                </p:cNvSpPr>
                <p:nvPr/>
              </p:nvSpPr>
              <p:spPr bwMode="grayWhite">
                <a:xfrm>
                  <a:off x="3098" y="1255"/>
                  <a:ext cx="236" cy="221"/>
                </a:xfrm>
                <a:custGeom>
                  <a:avLst/>
                  <a:gdLst>
                    <a:gd name="T0" fmla="*/ 190 w 236"/>
                    <a:gd name="T1" fmla="*/ 216 h 221"/>
                    <a:gd name="T2" fmla="*/ 179 w 236"/>
                    <a:gd name="T3" fmla="*/ 212 h 221"/>
                    <a:gd name="T4" fmla="*/ 154 w 236"/>
                    <a:gd name="T5" fmla="*/ 187 h 221"/>
                    <a:gd name="T6" fmla="*/ 130 w 236"/>
                    <a:gd name="T7" fmla="*/ 182 h 221"/>
                    <a:gd name="T8" fmla="*/ 124 w 236"/>
                    <a:gd name="T9" fmla="*/ 167 h 221"/>
                    <a:gd name="T10" fmla="*/ 110 w 236"/>
                    <a:gd name="T11" fmla="*/ 155 h 221"/>
                    <a:gd name="T12" fmla="*/ 87 w 236"/>
                    <a:gd name="T13" fmla="*/ 155 h 221"/>
                    <a:gd name="T14" fmla="*/ 62 w 236"/>
                    <a:gd name="T15" fmla="*/ 165 h 221"/>
                    <a:gd name="T16" fmla="*/ 40 w 236"/>
                    <a:gd name="T17" fmla="*/ 169 h 221"/>
                    <a:gd name="T18" fmla="*/ 15 w 236"/>
                    <a:gd name="T19" fmla="*/ 169 h 221"/>
                    <a:gd name="T20" fmla="*/ 14 w 236"/>
                    <a:gd name="T21" fmla="*/ 152 h 221"/>
                    <a:gd name="T22" fmla="*/ 5 w 236"/>
                    <a:gd name="T23" fmla="*/ 127 h 221"/>
                    <a:gd name="T24" fmla="*/ 3 w 236"/>
                    <a:gd name="T25" fmla="*/ 114 h 221"/>
                    <a:gd name="T26" fmla="*/ 3 w 236"/>
                    <a:gd name="T27" fmla="*/ 79 h 221"/>
                    <a:gd name="T28" fmla="*/ 44 w 236"/>
                    <a:gd name="T29" fmla="*/ 60 h 221"/>
                    <a:gd name="T30" fmla="*/ 48 w 236"/>
                    <a:gd name="T31" fmla="*/ 41 h 221"/>
                    <a:gd name="T32" fmla="*/ 57 w 236"/>
                    <a:gd name="T33" fmla="*/ 43 h 221"/>
                    <a:gd name="T34" fmla="*/ 77 w 236"/>
                    <a:gd name="T35" fmla="*/ 22 h 221"/>
                    <a:gd name="T36" fmla="*/ 98 w 236"/>
                    <a:gd name="T37" fmla="*/ 25 h 221"/>
                    <a:gd name="T38" fmla="*/ 113 w 236"/>
                    <a:gd name="T39" fmla="*/ 10 h 221"/>
                    <a:gd name="T40" fmla="*/ 125 w 236"/>
                    <a:gd name="T41" fmla="*/ 8 h 221"/>
                    <a:gd name="T42" fmla="*/ 145 w 236"/>
                    <a:gd name="T43" fmla="*/ 34 h 221"/>
                    <a:gd name="T44" fmla="*/ 163 w 236"/>
                    <a:gd name="T45" fmla="*/ 43 h 221"/>
                    <a:gd name="T46" fmla="*/ 165 w 236"/>
                    <a:gd name="T47" fmla="*/ 16 h 221"/>
                    <a:gd name="T48" fmla="*/ 172 w 236"/>
                    <a:gd name="T49" fmla="*/ 0 h 221"/>
                    <a:gd name="T50" fmla="*/ 185 w 236"/>
                    <a:gd name="T51" fmla="*/ 22 h 221"/>
                    <a:gd name="T52" fmla="*/ 196 w 236"/>
                    <a:gd name="T53" fmla="*/ 60 h 221"/>
                    <a:gd name="T54" fmla="*/ 219 w 236"/>
                    <a:gd name="T55" fmla="*/ 83 h 221"/>
                    <a:gd name="T56" fmla="*/ 232 w 236"/>
                    <a:gd name="T57" fmla="*/ 101 h 221"/>
                    <a:gd name="T58" fmla="*/ 235 w 236"/>
                    <a:gd name="T59" fmla="*/ 133 h 221"/>
                    <a:gd name="T60" fmla="*/ 221 w 236"/>
                    <a:gd name="T61" fmla="*/ 169 h 221"/>
                    <a:gd name="T62" fmla="*/ 217 w 236"/>
                    <a:gd name="T63" fmla="*/ 202 h 221"/>
                    <a:gd name="T64" fmla="*/ 196 w 236"/>
                    <a:gd name="T65" fmla="*/ 215 h 2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6" h="221">
                      <a:moveTo>
                        <a:pt x="196" y="215"/>
                      </a:moveTo>
                      <a:lnTo>
                        <a:pt x="190" y="216"/>
                      </a:lnTo>
                      <a:lnTo>
                        <a:pt x="185" y="220"/>
                      </a:lnTo>
                      <a:lnTo>
                        <a:pt x="179" y="212"/>
                      </a:lnTo>
                      <a:lnTo>
                        <a:pt x="158" y="202"/>
                      </a:lnTo>
                      <a:lnTo>
                        <a:pt x="154" y="187"/>
                      </a:lnTo>
                      <a:lnTo>
                        <a:pt x="147" y="182"/>
                      </a:lnTo>
                      <a:lnTo>
                        <a:pt x="130" y="182"/>
                      </a:lnTo>
                      <a:lnTo>
                        <a:pt x="130" y="170"/>
                      </a:lnTo>
                      <a:lnTo>
                        <a:pt x="124" y="167"/>
                      </a:lnTo>
                      <a:lnTo>
                        <a:pt x="123" y="157"/>
                      </a:lnTo>
                      <a:lnTo>
                        <a:pt x="110" y="155"/>
                      </a:lnTo>
                      <a:lnTo>
                        <a:pt x="98" y="152"/>
                      </a:lnTo>
                      <a:lnTo>
                        <a:pt x="87" y="155"/>
                      </a:lnTo>
                      <a:lnTo>
                        <a:pt x="87" y="157"/>
                      </a:lnTo>
                      <a:lnTo>
                        <a:pt x="62" y="165"/>
                      </a:lnTo>
                      <a:lnTo>
                        <a:pt x="62" y="169"/>
                      </a:lnTo>
                      <a:lnTo>
                        <a:pt x="40" y="169"/>
                      </a:lnTo>
                      <a:lnTo>
                        <a:pt x="28" y="176"/>
                      </a:lnTo>
                      <a:lnTo>
                        <a:pt x="15" y="169"/>
                      </a:lnTo>
                      <a:lnTo>
                        <a:pt x="14" y="167"/>
                      </a:lnTo>
                      <a:lnTo>
                        <a:pt x="14" y="152"/>
                      </a:lnTo>
                      <a:lnTo>
                        <a:pt x="10" y="139"/>
                      </a:lnTo>
                      <a:lnTo>
                        <a:pt x="5" y="127"/>
                      </a:lnTo>
                      <a:lnTo>
                        <a:pt x="8" y="118"/>
                      </a:lnTo>
                      <a:lnTo>
                        <a:pt x="3" y="114"/>
                      </a:lnTo>
                      <a:lnTo>
                        <a:pt x="0" y="93"/>
                      </a:lnTo>
                      <a:lnTo>
                        <a:pt x="3" y="79"/>
                      </a:lnTo>
                      <a:lnTo>
                        <a:pt x="16" y="68"/>
                      </a:lnTo>
                      <a:lnTo>
                        <a:pt x="44" y="60"/>
                      </a:lnTo>
                      <a:lnTo>
                        <a:pt x="51" y="51"/>
                      </a:lnTo>
                      <a:lnTo>
                        <a:pt x="48" y="41"/>
                      </a:lnTo>
                      <a:lnTo>
                        <a:pt x="55" y="38"/>
                      </a:lnTo>
                      <a:lnTo>
                        <a:pt x="57" y="43"/>
                      </a:lnTo>
                      <a:lnTo>
                        <a:pt x="60" y="35"/>
                      </a:lnTo>
                      <a:lnTo>
                        <a:pt x="77" y="22"/>
                      </a:lnTo>
                      <a:lnTo>
                        <a:pt x="87" y="28"/>
                      </a:lnTo>
                      <a:lnTo>
                        <a:pt x="98" y="25"/>
                      </a:lnTo>
                      <a:lnTo>
                        <a:pt x="102" y="13"/>
                      </a:lnTo>
                      <a:lnTo>
                        <a:pt x="113" y="10"/>
                      </a:lnTo>
                      <a:lnTo>
                        <a:pt x="110" y="2"/>
                      </a:lnTo>
                      <a:lnTo>
                        <a:pt x="125" y="8"/>
                      </a:lnTo>
                      <a:lnTo>
                        <a:pt x="138" y="5"/>
                      </a:lnTo>
                      <a:lnTo>
                        <a:pt x="145" y="34"/>
                      </a:lnTo>
                      <a:lnTo>
                        <a:pt x="154" y="43"/>
                      </a:lnTo>
                      <a:lnTo>
                        <a:pt x="163" y="43"/>
                      </a:lnTo>
                      <a:lnTo>
                        <a:pt x="167" y="25"/>
                      </a:lnTo>
                      <a:lnTo>
                        <a:pt x="165" y="16"/>
                      </a:lnTo>
                      <a:lnTo>
                        <a:pt x="167" y="2"/>
                      </a:lnTo>
                      <a:lnTo>
                        <a:pt x="172" y="0"/>
                      </a:lnTo>
                      <a:lnTo>
                        <a:pt x="179" y="18"/>
                      </a:lnTo>
                      <a:lnTo>
                        <a:pt x="185" y="22"/>
                      </a:lnTo>
                      <a:lnTo>
                        <a:pt x="189" y="38"/>
                      </a:lnTo>
                      <a:lnTo>
                        <a:pt x="196" y="60"/>
                      </a:lnTo>
                      <a:lnTo>
                        <a:pt x="206" y="66"/>
                      </a:lnTo>
                      <a:lnTo>
                        <a:pt x="219" y="83"/>
                      </a:lnTo>
                      <a:lnTo>
                        <a:pt x="221" y="91"/>
                      </a:lnTo>
                      <a:lnTo>
                        <a:pt x="232" y="101"/>
                      </a:lnTo>
                      <a:lnTo>
                        <a:pt x="235" y="119"/>
                      </a:lnTo>
                      <a:lnTo>
                        <a:pt x="235" y="133"/>
                      </a:lnTo>
                      <a:lnTo>
                        <a:pt x="232" y="155"/>
                      </a:lnTo>
                      <a:lnTo>
                        <a:pt x="221" y="169"/>
                      </a:lnTo>
                      <a:lnTo>
                        <a:pt x="217" y="187"/>
                      </a:lnTo>
                      <a:lnTo>
                        <a:pt x="217" y="202"/>
                      </a:lnTo>
                      <a:lnTo>
                        <a:pt x="206" y="205"/>
                      </a:lnTo>
                      <a:lnTo>
                        <a:pt x="196" y="2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Freeform 27">
                  <a:extLst>
                    <a:ext uri="{FF2B5EF4-FFF2-40B4-BE49-F238E27FC236}">
                      <a16:creationId xmlns:a16="http://schemas.microsoft.com/office/drawing/2014/main" id="{8ECC7FBC-6EC0-4D53-9EBE-5ED45CBDD82E}"/>
                    </a:ext>
                  </a:extLst>
                </p:cNvPr>
                <p:cNvSpPr>
                  <a:spLocks/>
                </p:cNvSpPr>
                <p:nvPr/>
              </p:nvSpPr>
              <p:spPr bwMode="grayWhite">
                <a:xfrm>
                  <a:off x="3286" y="1488"/>
                  <a:ext cx="18" cy="27"/>
                </a:xfrm>
                <a:custGeom>
                  <a:avLst/>
                  <a:gdLst>
                    <a:gd name="T0" fmla="*/ 9 w 18"/>
                    <a:gd name="T1" fmla="*/ 23 h 27"/>
                    <a:gd name="T2" fmla="*/ 3 w 18"/>
                    <a:gd name="T3" fmla="*/ 19 h 27"/>
                    <a:gd name="T4" fmla="*/ 3 w 18"/>
                    <a:gd name="T5" fmla="*/ 15 h 27"/>
                    <a:gd name="T6" fmla="*/ 3 w 18"/>
                    <a:gd name="T7" fmla="*/ 11 h 27"/>
                    <a:gd name="T8" fmla="*/ 2 w 18"/>
                    <a:gd name="T9" fmla="*/ 7 h 27"/>
                    <a:gd name="T10" fmla="*/ 0 w 18"/>
                    <a:gd name="T11" fmla="*/ 0 h 27"/>
                    <a:gd name="T12" fmla="*/ 3 w 18"/>
                    <a:gd name="T13" fmla="*/ 0 h 27"/>
                    <a:gd name="T14" fmla="*/ 9 w 18"/>
                    <a:gd name="T15" fmla="*/ 4 h 27"/>
                    <a:gd name="T16" fmla="*/ 12 w 18"/>
                    <a:gd name="T17" fmla="*/ 3 h 27"/>
                    <a:gd name="T18" fmla="*/ 13 w 18"/>
                    <a:gd name="T19" fmla="*/ 3 h 27"/>
                    <a:gd name="T20" fmla="*/ 17 w 18"/>
                    <a:gd name="T21" fmla="*/ 0 h 27"/>
                    <a:gd name="T22" fmla="*/ 17 w 18"/>
                    <a:gd name="T23" fmla="*/ 11 h 27"/>
                    <a:gd name="T24" fmla="*/ 15 w 18"/>
                    <a:gd name="T25" fmla="*/ 15 h 27"/>
                    <a:gd name="T26" fmla="*/ 13 w 18"/>
                    <a:gd name="T27" fmla="*/ 19 h 27"/>
                    <a:gd name="T28" fmla="*/ 13 w 18"/>
                    <a:gd name="T29" fmla="*/ 22 h 27"/>
                    <a:gd name="T30" fmla="*/ 12 w 18"/>
                    <a:gd name="T31" fmla="*/ 23 h 27"/>
                    <a:gd name="T32" fmla="*/ 12 w 18"/>
                    <a:gd name="T33" fmla="*/ 26 h 27"/>
                    <a:gd name="T34" fmla="*/ 9 w 18"/>
                    <a:gd name="T35" fmla="*/ 23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8" h="27">
                      <a:moveTo>
                        <a:pt x="9" y="23"/>
                      </a:moveTo>
                      <a:lnTo>
                        <a:pt x="3" y="19"/>
                      </a:lnTo>
                      <a:lnTo>
                        <a:pt x="3" y="15"/>
                      </a:lnTo>
                      <a:lnTo>
                        <a:pt x="3" y="11"/>
                      </a:lnTo>
                      <a:lnTo>
                        <a:pt x="2" y="7"/>
                      </a:lnTo>
                      <a:lnTo>
                        <a:pt x="0" y="0"/>
                      </a:lnTo>
                      <a:lnTo>
                        <a:pt x="3" y="0"/>
                      </a:lnTo>
                      <a:lnTo>
                        <a:pt x="9" y="4"/>
                      </a:lnTo>
                      <a:lnTo>
                        <a:pt x="12" y="3"/>
                      </a:lnTo>
                      <a:lnTo>
                        <a:pt x="13" y="3"/>
                      </a:lnTo>
                      <a:lnTo>
                        <a:pt x="17" y="0"/>
                      </a:lnTo>
                      <a:lnTo>
                        <a:pt x="17" y="11"/>
                      </a:lnTo>
                      <a:lnTo>
                        <a:pt x="15" y="15"/>
                      </a:lnTo>
                      <a:lnTo>
                        <a:pt x="13" y="19"/>
                      </a:lnTo>
                      <a:lnTo>
                        <a:pt x="13" y="22"/>
                      </a:lnTo>
                      <a:lnTo>
                        <a:pt x="12" y="23"/>
                      </a:lnTo>
                      <a:lnTo>
                        <a:pt x="12" y="26"/>
                      </a:lnTo>
                      <a:lnTo>
                        <a:pt x="9" y="23"/>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Freeform 28">
                  <a:extLst>
                    <a:ext uri="{FF2B5EF4-FFF2-40B4-BE49-F238E27FC236}">
                      <a16:creationId xmlns:a16="http://schemas.microsoft.com/office/drawing/2014/main" id="{359AF7C1-C766-45D7-A86F-28F8AB04C41D}"/>
                    </a:ext>
                  </a:extLst>
                </p:cNvPr>
                <p:cNvSpPr>
                  <a:spLocks/>
                </p:cNvSpPr>
                <p:nvPr/>
              </p:nvSpPr>
              <p:spPr bwMode="grayWhite">
                <a:xfrm>
                  <a:off x="2463" y="1235"/>
                  <a:ext cx="26" cy="106"/>
                </a:xfrm>
                <a:custGeom>
                  <a:avLst/>
                  <a:gdLst>
                    <a:gd name="T0" fmla="*/ 3 w 26"/>
                    <a:gd name="T1" fmla="*/ 37 h 106"/>
                    <a:gd name="T2" fmla="*/ 13 w 26"/>
                    <a:gd name="T3" fmla="*/ 28 h 106"/>
                    <a:gd name="T4" fmla="*/ 20 w 26"/>
                    <a:gd name="T5" fmla="*/ 0 h 106"/>
                    <a:gd name="T6" fmla="*/ 25 w 26"/>
                    <a:gd name="T7" fmla="*/ 42 h 106"/>
                    <a:gd name="T8" fmla="*/ 17 w 26"/>
                    <a:gd name="T9" fmla="*/ 94 h 106"/>
                    <a:gd name="T10" fmla="*/ 0 w 26"/>
                    <a:gd name="T11" fmla="*/ 105 h 106"/>
                    <a:gd name="T12" fmla="*/ 0 w 26"/>
                    <a:gd name="T13" fmla="*/ 80 h 106"/>
                    <a:gd name="T14" fmla="*/ 5 w 26"/>
                    <a:gd name="T15" fmla="*/ 64 h 106"/>
                    <a:gd name="T16" fmla="*/ 3 w 26"/>
                    <a:gd name="T17" fmla="*/ 37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 h="106">
                      <a:moveTo>
                        <a:pt x="3" y="37"/>
                      </a:moveTo>
                      <a:lnTo>
                        <a:pt x="13" y="28"/>
                      </a:lnTo>
                      <a:lnTo>
                        <a:pt x="20" y="0"/>
                      </a:lnTo>
                      <a:lnTo>
                        <a:pt x="25" y="42"/>
                      </a:lnTo>
                      <a:lnTo>
                        <a:pt x="17" y="94"/>
                      </a:lnTo>
                      <a:lnTo>
                        <a:pt x="0" y="105"/>
                      </a:lnTo>
                      <a:lnTo>
                        <a:pt x="0" y="80"/>
                      </a:lnTo>
                      <a:lnTo>
                        <a:pt x="5" y="64"/>
                      </a:lnTo>
                      <a:lnTo>
                        <a:pt x="3" y="37"/>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3104" name="Rectangle 32"/>
          <p:cNvSpPr>
            <a:spLocks noGrp="1" noChangeArrowheads="1"/>
          </p:cNvSpPr>
          <p:nvPr>
            <p:ph type="ctrTitle" sz="quarter"/>
          </p:nvPr>
        </p:nvSpPr>
        <p:spPr>
          <a:xfrm>
            <a:off x="685800" y="3429000"/>
            <a:ext cx="7772400" cy="1143000"/>
          </a:xfrm>
        </p:spPr>
        <p:txBody>
          <a:bodyPr/>
          <a:lstStyle>
            <a:lvl1pPr>
              <a:defRPr/>
            </a:lvl1pPr>
          </a:lstStyle>
          <a:p>
            <a:pPr lvl="0"/>
            <a:r>
              <a:rPr lang="en-US" noProof="0"/>
              <a:t>Click to edit Master title style</a:t>
            </a:r>
          </a:p>
        </p:txBody>
      </p:sp>
      <p:sp>
        <p:nvSpPr>
          <p:cNvPr id="3105" name="Rectangle 33"/>
          <p:cNvSpPr>
            <a:spLocks noGrp="1" noChangeArrowheads="1"/>
          </p:cNvSpPr>
          <p:nvPr>
            <p:ph type="subTitle" sz="quarter" idx="1"/>
          </p:nvPr>
        </p:nvSpPr>
        <p:spPr>
          <a:xfrm>
            <a:off x="1371600" y="4648200"/>
            <a:ext cx="6400800" cy="1752600"/>
          </a:xfrm>
        </p:spPr>
        <p:txBody>
          <a:bodyPr anchor="ctr"/>
          <a:lstStyle>
            <a:lvl1pPr marL="0" indent="0" algn="ctr">
              <a:buFont typeface="Monotype Sorts" pitchFamily="2" charset="2"/>
              <a:buNone/>
              <a:defRPr/>
            </a:lvl1pPr>
          </a:lstStyle>
          <a:p>
            <a:pPr lvl="0"/>
            <a:r>
              <a:rPr lang="en-US" noProof="0"/>
              <a:t>Click to edit Master subtitle style</a:t>
            </a:r>
          </a:p>
        </p:txBody>
      </p:sp>
      <p:sp>
        <p:nvSpPr>
          <p:cNvPr id="34" name="Rectangle 34">
            <a:extLst>
              <a:ext uri="{FF2B5EF4-FFF2-40B4-BE49-F238E27FC236}">
                <a16:creationId xmlns:a16="http://schemas.microsoft.com/office/drawing/2014/main" id="{8F400BA4-6A40-46F1-B7AC-59CB57C74BDC}"/>
              </a:ext>
            </a:extLst>
          </p:cNvPr>
          <p:cNvSpPr>
            <a:spLocks noGrp="1" noChangeArrowheads="1"/>
          </p:cNvSpPr>
          <p:nvPr>
            <p:ph type="dt" sz="quarter" idx="10"/>
          </p:nvPr>
        </p:nvSpPr>
        <p:spPr/>
        <p:txBody>
          <a:bodyPr/>
          <a:lstStyle>
            <a:lvl1pPr>
              <a:defRPr/>
            </a:lvl1pPr>
          </a:lstStyle>
          <a:p>
            <a:pPr>
              <a:defRPr/>
            </a:pPr>
            <a:endParaRPr lang="en-US"/>
          </a:p>
        </p:txBody>
      </p:sp>
      <p:sp>
        <p:nvSpPr>
          <p:cNvPr id="35" name="Rectangle 35">
            <a:extLst>
              <a:ext uri="{FF2B5EF4-FFF2-40B4-BE49-F238E27FC236}">
                <a16:creationId xmlns:a16="http://schemas.microsoft.com/office/drawing/2014/main" id="{530FE8AD-9622-4D9C-87BB-64811E0DEC1F}"/>
              </a:ext>
            </a:extLst>
          </p:cNvPr>
          <p:cNvSpPr>
            <a:spLocks noGrp="1" noChangeArrowheads="1"/>
          </p:cNvSpPr>
          <p:nvPr>
            <p:ph type="ftr" sz="quarter" idx="11"/>
          </p:nvPr>
        </p:nvSpPr>
        <p:spPr bwMode="auto">
          <a:xfrm>
            <a:off x="3124200" y="6400800"/>
            <a:ext cx="2895600" cy="457200"/>
          </a:xfrm>
          <a:prstGeom prst="rect">
            <a:avLst/>
          </a:prstGeom>
        </p:spPr>
        <p:txBody>
          <a:bodyPr vert="horz" wrap="none" lIns="92075" tIns="46038" rIns="92075" bIns="46038" numCol="1" anchor="ctr" anchorCtr="0" compatLnSpc="1">
            <a:prstTxWarp prst="textNoShape">
              <a:avLst/>
            </a:prstTxWarp>
          </a:bodyPr>
          <a:lstStyle>
            <a:lvl1pPr algn="ctr">
              <a:defRPr sz="1400"/>
            </a:lvl1pPr>
          </a:lstStyle>
          <a:p>
            <a:pPr>
              <a:defRPr/>
            </a:pPr>
            <a:r>
              <a:rPr lang="en-US"/>
              <a:t>Liang, Introduction to Java Programming and Data Structures, Twelfth Edition, (c) 2020  Pearson Education, Inc. All rights reserved. </a:t>
            </a:r>
          </a:p>
        </p:txBody>
      </p:sp>
      <p:sp>
        <p:nvSpPr>
          <p:cNvPr id="36" name="Rectangle 36">
            <a:extLst>
              <a:ext uri="{FF2B5EF4-FFF2-40B4-BE49-F238E27FC236}">
                <a16:creationId xmlns:a16="http://schemas.microsoft.com/office/drawing/2014/main" id="{FD20E48A-B6FB-4B76-95F8-3BCC5E596D21}"/>
              </a:ext>
            </a:extLst>
          </p:cNvPr>
          <p:cNvSpPr>
            <a:spLocks noGrp="1" noChangeArrowheads="1"/>
          </p:cNvSpPr>
          <p:nvPr>
            <p:ph type="sldNum" sz="quarter" idx="12"/>
          </p:nvPr>
        </p:nvSpPr>
        <p:spPr>
          <a:xfrm>
            <a:off x="6553200" y="6400800"/>
            <a:ext cx="1905000" cy="457200"/>
          </a:xfrm>
        </p:spPr>
        <p:txBody>
          <a:bodyPr/>
          <a:lstStyle>
            <a:lvl1pPr>
              <a:defRPr/>
            </a:lvl1pPr>
          </a:lstStyle>
          <a:p>
            <a:fld id="{B09F1F98-BD45-4A1C-BB59-52DCF78B53BF}" type="slidenum">
              <a:rPr lang="en-US" altLang="en-US" smtClean="0"/>
              <a:pPr/>
              <a:t>‹#›</a:t>
            </a:fld>
            <a:endParaRPr lang="en-US" altLang="en-US"/>
          </a:p>
        </p:txBody>
      </p:sp>
    </p:spTree>
    <p:extLst>
      <p:ext uri="{BB962C8B-B14F-4D97-AF65-F5344CB8AC3E}">
        <p14:creationId xmlns:p14="http://schemas.microsoft.com/office/powerpoint/2010/main" val="3912306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7A1450D0-5C6B-4A7D-9DD3-12ABC6CE74D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77C3EC62-E8ED-4B3A-A7A4-D2AC4B0772FA}"/>
              </a:ext>
            </a:extLst>
          </p:cNvPr>
          <p:cNvSpPr>
            <a:spLocks noGrp="1" noChangeArrowheads="1"/>
          </p:cNvSpPr>
          <p:nvPr>
            <p:ph type="sldNum" sz="quarter" idx="11"/>
          </p:nvPr>
        </p:nvSpPr>
        <p:spPr>
          <a:ln/>
        </p:spPr>
        <p:txBody>
          <a:bodyPr/>
          <a:lstStyle>
            <a:lvl1pPr>
              <a:defRPr/>
            </a:lvl1pPr>
          </a:lstStyle>
          <a:p>
            <a:fld id="{71A152B7-7B05-49FC-92CA-082BC639D0E4}" type="slidenum">
              <a:rPr lang="en-US" altLang="en-US" smtClean="0"/>
              <a:pPr/>
              <a:t>‹#›</a:t>
            </a:fld>
            <a:endParaRPr lang="en-US" altLang="en-US"/>
          </a:p>
        </p:txBody>
      </p:sp>
    </p:spTree>
    <p:extLst>
      <p:ext uri="{BB962C8B-B14F-4D97-AF65-F5344CB8AC3E}">
        <p14:creationId xmlns:p14="http://schemas.microsoft.com/office/powerpoint/2010/main" val="1929268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32">
            <a:extLst>
              <a:ext uri="{FF2B5EF4-FFF2-40B4-BE49-F238E27FC236}">
                <a16:creationId xmlns:a16="http://schemas.microsoft.com/office/drawing/2014/main" id="{74D14C60-F19C-4EB2-AD48-30730C45662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A7531466-45D1-4A3D-AD82-112BB8F64248}"/>
              </a:ext>
            </a:extLst>
          </p:cNvPr>
          <p:cNvSpPr>
            <a:spLocks noGrp="1" noChangeArrowheads="1"/>
          </p:cNvSpPr>
          <p:nvPr>
            <p:ph type="sldNum" sz="quarter" idx="11"/>
          </p:nvPr>
        </p:nvSpPr>
        <p:spPr>
          <a:ln/>
        </p:spPr>
        <p:txBody>
          <a:bodyPr/>
          <a:lstStyle>
            <a:lvl1pPr>
              <a:defRPr/>
            </a:lvl1pPr>
          </a:lstStyle>
          <a:p>
            <a:fld id="{B033DCED-10AB-494E-B171-25ABD560CDA7}" type="slidenum">
              <a:rPr lang="en-US" altLang="en-US" smtClean="0"/>
              <a:pPr/>
              <a:t>‹#›</a:t>
            </a:fld>
            <a:endParaRPr lang="en-US" altLang="en-US"/>
          </a:p>
        </p:txBody>
      </p:sp>
    </p:spTree>
    <p:extLst>
      <p:ext uri="{BB962C8B-B14F-4D97-AF65-F5344CB8AC3E}">
        <p14:creationId xmlns:p14="http://schemas.microsoft.com/office/powerpoint/2010/main" val="1077046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068F10D1-1835-4088-AD0B-6C7BADD5959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29AAEAB9-5939-47B3-869D-BB65143F9100}"/>
              </a:ext>
            </a:extLst>
          </p:cNvPr>
          <p:cNvSpPr>
            <a:spLocks noGrp="1" noChangeArrowheads="1"/>
          </p:cNvSpPr>
          <p:nvPr>
            <p:ph type="sldNum" sz="quarter" idx="11"/>
          </p:nvPr>
        </p:nvSpPr>
        <p:spPr>
          <a:ln/>
        </p:spPr>
        <p:txBody>
          <a:bodyPr/>
          <a:lstStyle>
            <a:lvl1pPr>
              <a:defRPr/>
            </a:lvl1pPr>
          </a:lstStyle>
          <a:p>
            <a:fld id="{3596C93B-B759-4A18-8174-7FBC31D510BE}" type="slidenum">
              <a:rPr lang="en-US" altLang="en-US" smtClean="0"/>
              <a:pPr/>
              <a:t>‹#›</a:t>
            </a:fld>
            <a:endParaRPr lang="en-US" altLang="en-US"/>
          </a:p>
        </p:txBody>
      </p:sp>
    </p:spTree>
    <p:extLst>
      <p:ext uri="{BB962C8B-B14F-4D97-AF65-F5344CB8AC3E}">
        <p14:creationId xmlns:p14="http://schemas.microsoft.com/office/powerpoint/2010/main" val="3066496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2">
            <a:extLst>
              <a:ext uri="{FF2B5EF4-FFF2-40B4-BE49-F238E27FC236}">
                <a16:creationId xmlns:a16="http://schemas.microsoft.com/office/drawing/2014/main" id="{C09A7E37-3E64-47AD-9ADC-4BD16748DDF8}"/>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34">
            <a:extLst>
              <a:ext uri="{FF2B5EF4-FFF2-40B4-BE49-F238E27FC236}">
                <a16:creationId xmlns:a16="http://schemas.microsoft.com/office/drawing/2014/main" id="{2694643A-125A-4E28-A1E6-1B4FDDA66662}"/>
              </a:ext>
            </a:extLst>
          </p:cNvPr>
          <p:cNvSpPr>
            <a:spLocks noGrp="1" noChangeArrowheads="1"/>
          </p:cNvSpPr>
          <p:nvPr>
            <p:ph type="sldNum" sz="quarter" idx="11"/>
          </p:nvPr>
        </p:nvSpPr>
        <p:spPr>
          <a:ln/>
        </p:spPr>
        <p:txBody>
          <a:bodyPr/>
          <a:lstStyle>
            <a:lvl1pPr>
              <a:defRPr/>
            </a:lvl1pPr>
          </a:lstStyle>
          <a:p>
            <a:fld id="{48317486-25CC-491D-AE9E-F3F955F70A71}" type="slidenum">
              <a:rPr lang="en-US" altLang="en-US" smtClean="0"/>
              <a:pPr/>
              <a:t>‹#›</a:t>
            </a:fld>
            <a:endParaRPr lang="en-US" altLang="en-US"/>
          </a:p>
        </p:txBody>
      </p:sp>
    </p:spTree>
    <p:extLst>
      <p:ext uri="{BB962C8B-B14F-4D97-AF65-F5344CB8AC3E}">
        <p14:creationId xmlns:p14="http://schemas.microsoft.com/office/powerpoint/2010/main" val="752479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2">
            <a:extLst>
              <a:ext uri="{FF2B5EF4-FFF2-40B4-BE49-F238E27FC236}">
                <a16:creationId xmlns:a16="http://schemas.microsoft.com/office/drawing/2014/main" id="{391C5B43-3D44-4A5D-BB40-26F113E38ED2}"/>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34">
            <a:extLst>
              <a:ext uri="{FF2B5EF4-FFF2-40B4-BE49-F238E27FC236}">
                <a16:creationId xmlns:a16="http://schemas.microsoft.com/office/drawing/2014/main" id="{2094C956-0F22-4D91-B62A-26663564D2FB}"/>
              </a:ext>
            </a:extLst>
          </p:cNvPr>
          <p:cNvSpPr>
            <a:spLocks noGrp="1" noChangeArrowheads="1"/>
          </p:cNvSpPr>
          <p:nvPr>
            <p:ph type="sldNum" sz="quarter" idx="11"/>
          </p:nvPr>
        </p:nvSpPr>
        <p:spPr>
          <a:ln/>
        </p:spPr>
        <p:txBody>
          <a:bodyPr/>
          <a:lstStyle>
            <a:lvl1pPr>
              <a:defRPr/>
            </a:lvl1pPr>
          </a:lstStyle>
          <a:p>
            <a:fld id="{E78B2812-0EC6-4D7B-B081-FF5512707B60}" type="slidenum">
              <a:rPr lang="en-US" altLang="en-US" smtClean="0"/>
              <a:pPr/>
              <a:t>‹#›</a:t>
            </a:fld>
            <a:endParaRPr lang="en-US" altLang="en-US"/>
          </a:p>
        </p:txBody>
      </p:sp>
    </p:spTree>
    <p:extLst>
      <p:ext uri="{BB962C8B-B14F-4D97-AF65-F5344CB8AC3E}">
        <p14:creationId xmlns:p14="http://schemas.microsoft.com/office/powerpoint/2010/main" val="2951877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2">
            <a:extLst>
              <a:ext uri="{FF2B5EF4-FFF2-40B4-BE49-F238E27FC236}">
                <a16:creationId xmlns:a16="http://schemas.microsoft.com/office/drawing/2014/main" id="{BC947A72-855F-404F-9E57-C8FFAA973EBE}"/>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34">
            <a:extLst>
              <a:ext uri="{FF2B5EF4-FFF2-40B4-BE49-F238E27FC236}">
                <a16:creationId xmlns:a16="http://schemas.microsoft.com/office/drawing/2014/main" id="{F121E76E-222C-4DD0-B702-E2DEE761CE89}"/>
              </a:ext>
            </a:extLst>
          </p:cNvPr>
          <p:cNvSpPr>
            <a:spLocks noGrp="1" noChangeArrowheads="1"/>
          </p:cNvSpPr>
          <p:nvPr>
            <p:ph type="sldNum" sz="quarter" idx="11"/>
          </p:nvPr>
        </p:nvSpPr>
        <p:spPr>
          <a:ln/>
        </p:spPr>
        <p:txBody>
          <a:bodyPr/>
          <a:lstStyle>
            <a:lvl1pPr>
              <a:defRPr/>
            </a:lvl1pPr>
          </a:lstStyle>
          <a:p>
            <a:fld id="{74AEEBA3-B084-432B-B75B-E089B9F87AD8}" type="slidenum">
              <a:rPr lang="en-US" altLang="en-US" smtClean="0"/>
              <a:pPr/>
              <a:t>‹#›</a:t>
            </a:fld>
            <a:endParaRPr lang="en-US" altLang="en-US"/>
          </a:p>
        </p:txBody>
      </p:sp>
    </p:spTree>
    <p:extLst>
      <p:ext uri="{BB962C8B-B14F-4D97-AF65-F5344CB8AC3E}">
        <p14:creationId xmlns:p14="http://schemas.microsoft.com/office/powerpoint/2010/main" val="354768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0B25BBF2-0F2C-4F7A-A9C7-E1BA50459BA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80CB4D2C-1260-4158-8D07-953D305F2001}"/>
              </a:ext>
            </a:extLst>
          </p:cNvPr>
          <p:cNvSpPr>
            <a:spLocks noGrp="1" noChangeArrowheads="1"/>
          </p:cNvSpPr>
          <p:nvPr>
            <p:ph type="sldNum" sz="quarter" idx="11"/>
          </p:nvPr>
        </p:nvSpPr>
        <p:spPr>
          <a:ln/>
        </p:spPr>
        <p:txBody>
          <a:bodyPr/>
          <a:lstStyle>
            <a:lvl1pPr>
              <a:defRPr/>
            </a:lvl1pPr>
          </a:lstStyle>
          <a:p>
            <a:fld id="{5F3BC03E-220D-4373-A6D0-8B0812003652}" type="slidenum">
              <a:rPr lang="en-US" altLang="en-US" smtClean="0"/>
              <a:pPr/>
              <a:t>‹#›</a:t>
            </a:fld>
            <a:endParaRPr lang="en-US" altLang="en-US"/>
          </a:p>
        </p:txBody>
      </p:sp>
    </p:spTree>
    <p:extLst>
      <p:ext uri="{BB962C8B-B14F-4D97-AF65-F5344CB8AC3E}">
        <p14:creationId xmlns:p14="http://schemas.microsoft.com/office/powerpoint/2010/main" val="2812270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BB6E36BF-FAC7-4094-AC32-501A1DB4DD6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EB0E6CA6-653C-48AC-AC21-4339465C6A72}"/>
              </a:ext>
            </a:extLst>
          </p:cNvPr>
          <p:cNvSpPr>
            <a:spLocks noGrp="1" noChangeArrowheads="1"/>
          </p:cNvSpPr>
          <p:nvPr>
            <p:ph type="sldNum" sz="quarter" idx="11"/>
          </p:nvPr>
        </p:nvSpPr>
        <p:spPr>
          <a:ln/>
        </p:spPr>
        <p:txBody>
          <a:bodyPr/>
          <a:lstStyle>
            <a:lvl1pPr>
              <a:defRPr/>
            </a:lvl1pPr>
          </a:lstStyle>
          <a:p>
            <a:fld id="{68D50643-5802-4A68-92EC-FAD43A738EA5}" type="slidenum">
              <a:rPr lang="en-US" altLang="en-US" smtClean="0"/>
              <a:pPr/>
              <a:t>‹#›</a:t>
            </a:fld>
            <a:endParaRPr lang="en-US" altLang="en-US"/>
          </a:p>
        </p:txBody>
      </p:sp>
    </p:spTree>
    <p:extLst>
      <p:ext uri="{BB962C8B-B14F-4D97-AF65-F5344CB8AC3E}">
        <p14:creationId xmlns:p14="http://schemas.microsoft.com/office/powerpoint/2010/main" val="1164523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46254852-8B45-4626-BCE8-A641E688986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DBE0E510-CD38-4382-89DE-C76584A1A7F4}"/>
              </a:ext>
            </a:extLst>
          </p:cNvPr>
          <p:cNvSpPr>
            <a:spLocks noGrp="1" noChangeArrowheads="1"/>
          </p:cNvSpPr>
          <p:nvPr>
            <p:ph type="sldNum" sz="quarter" idx="11"/>
          </p:nvPr>
        </p:nvSpPr>
        <p:spPr>
          <a:ln/>
        </p:spPr>
        <p:txBody>
          <a:bodyPr/>
          <a:lstStyle>
            <a:lvl1pPr>
              <a:defRPr/>
            </a:lvl1pPr>
          </a:lstStyle>
          <a:p>
            <a:fld id="{9C780BDC-E96E-405E-ABAE-022A54B808FE}" type="slidenum">
              <a:rPr lang="en-US" altLang="en-US" smtClean="0"/>
              <a:pPr/>
              <a:t>‹#›</a:t>
            </a:fld>
            <a:endParaRPr lang="en-US" altLang="en-US"/>
          </a:p>
        </p:txBody>
      </p:sp>
    </p:spTree>
    <p:extLst>
      <p:ext uri="{BB962C8B-B14F-4D97-AF65-F5344CB8AC3E}">
        <p14:creationId xmlns:p14="http://schemas.microsoft.com/office/powerpoint/2010/main" val="3702133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8575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0D7007F0-B9D5-4051-892C-827B841066A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D3B930A4-2CF8-45C1-83CE-984693168F27}"/>
              </a:ext>
            </a:extLst>
          </p:cNvPr>
          <p:cNvSpPr>
            <a:spLocks noGrp="1" noChangeArrowheads="1"/>
          </p:cNvSpPr>
          <p:nvPr>
            <p:ph type="sldNum" sz="quarter" idx="11"/>
          </p:nvPr>
        </p:nvSpPr>
        <p:spPr>
          <a:ln/>
        </p:spPr>
        <p:txBody>
          <a:bodyPr/>
          <a:lstStyle>
            <a:lvl1pPr>
              <a:defRPr/>
            </a:lvl1pPr>
          </a:lstStyle>
          <a:p>
            <a:fld id="{DFC79867-C36D-4B09-AB45-6A69C6A3677F}" type="slidenum">
              <a:rPr lang="en-US" altLang="en-US" smtClean="0"/>
              <a:pPr/>
              <a:t>‹#›</a:t>
            </a:fld>
            <a:endParaRPr lang="en-US" altLang="en-US"/>
          </a:p>
        </p:txBody>
      </p:sp>
    </p:spTree>
    <p:extLst>
      <p:ext uri="{BB962C8B-B14F-4D97-AF65-F5344CB8AC3E}">
        <p14:creationId xmlns:p14="http://schemas.microsoft.com/office/powerpoint/2010/main" val="22277541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8575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C712761A-9C89-4D5B-9404-D6576D290AD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588E4D5C-8884-4A84-A016-83EEE4093CD3}"/>
              </a:ext>
            </a:extLst>
          </p:cNvPr>
          <p:cNvSpPr>
            <a:spLocks noGrp="1" noChangeArrowheads="1"/>
          </p:cNvSpPr>
          <p:nvPr>
            <p:ph type="sldNum" sz="quarter" idx="11"/>
          </p:nvPr>
        </p:nvSpPr>
        <p:spPr>
          <a:ln/>
        </p:spPr>
        <p:txBody>
          <a:bodyPr/>
          <a:lstStyle>
            <a:lvl1pPr>
              <a:defRPr/>
            </a:lvl1pPr>
          </a:lstStyle>
          <a:p>
            <a:fld id="{B0F99221-BA75-4472-9273-20EF3F2DB7BE}" type="slidenum">
              <a:rPr lang="en-US" altLang="en-US" smtClean="0"/>
              <a:pPr/>
              <a:t>‹#›</a:t>
            </a:fld>
            <a:endParaRPr lang="en-US" altLang="en-US"/>
          </a:p>
        </p:txBody>
      </p:sp>
    </p:spTree>
    <p:extLst>
      <p:ext uri="{BB962C8B-B14F-4D97-AF65-F5344CB8AC3E}">
        <p14:creationId xmlns:p14="http://schemas.microsoft.com/office/powerpoint/2010/main" val="3647246456"/>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9">
            <a:extLst>
              <a:ext uri="{FF2B5EF4-FFF2-40B4-BE49-F238E27FC236}">
                <a16:creationId xmlns:a16="http://schemas.microsoft.com/office/drawing/2014/main" id="{C3EC5D4F-7241-4D48-A4A7-0981C8FB188A}"/>
              </a:ext>
            </a:extLst>
          </p:cNvPr>
          <p:cNvGrpSpPr>
            <a:grpSpLocks/>
          </p:cNvGrpSpPr>
          <p:nvPr/>
        </p:nvGrpSpPr>
        <p:grpSpPr bwMode="auto">
          <a:xfrm>
            <a:off x="0" y="4367213"/>
            <a:ext cx="9131300" cy="2478087"/>
            <a:chOff x="0" y="2751"/>
            <a:chExt cx="5752" cy="1561"/>
          </a:xfrm>
        </p:grpSpPr>
        <p:sp>
          <p:nvSpPr>
            <p:cNvPr id="1032" name="Rectangle 2">
              <a:extLst>
                <a:ext uri="{FF2B5EF4-FFF2-40B4-BE49-F238E27FC236}">
                  <a16:creationId xmlns:a16="http://schemas.microsoft.com/office/drawing/2014/main" id="{EBFA5783-58D9-4D35-9CD0-554773E52F0B}"/>
                </a:ext>
              </a:extLst>
            </p:cNvPr>
            <p:cNvSpPr>
              <a:spLocks noChangeArrowheads="1"/>
            </p:cNvSpPr>
            <p:nvPr/>
          </p:nvSpPr>
          <p:spPr bwMode="hidden">
            <a:xfrm>
              <a:off x="0" y="4080"/>
              <a:ext cx="5752" cy="232"/>
            </a:xfrm>
            <a:prstGeom prst="rect">
              <a:avLst/>
            </a:prstGeom>
            <a:gradFill rotWithShape="0">
              <a:gsLst>
                <a:gs pos="0">
                  <a:schemeClr val="bg1"/>
                </a:gs>
                <a:gs pos="100000">
                  <a:schemeClr val="hlink"/>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34" name="Group 28">
              <a:extLst>
                <a:ext uri="{FF2B5EF4-FFF2-40B4-BE49-F238E27FC236}">
                  <a16:creationId xmlns:a16="http://schemas.microsoft.com/office/drawing/2014/main" id="{1739EB3B-E772-4FC7-BDBA-76ED5FAF222B}"/>
                </a:ext>
              </a:extLst>
            </p:cNvPr>
            <p:cNvGrpSpPr>
              <a:grpSpLocks/>
            </p:cNvGrpSpPr>
            <p:nvPr/>
          </p:nvGrpSpPr>
          <p:grpSpPr bwMode="auto">
            <a:xfrm>
              <a:off x="4458" y="2751"/>
              <a:ext cx="1190" cy="1426"/>
              <a:chOff x="4458" y="2751"/>
              <a:chExt cx="1190" cy="1426"/>
            </a:xfrm>
          </p:grpSpPr>
          <p:sp>
            <p:nvSpPr>
              <p:cNvPr id="1035" name="Freeform 3">
                <a:extLst>
                  <a:ext uri="{FF2B5EF4-FFF2-40B4-BE49-F238E27FC236}">
                    <a16:creationId xmlns:a16="http://schemas.microsoft.com/office/drawing/2014/main" id="{E390AD0B-045C-45AF-B2EA-4FD6A8679676}"/>
                  </a:ext>
                </a:extLst>
              </p:cNvPr>
              <p:cNvSpPr>
                <a:spLocks/>
              </p:cNvSpPr>
              <p:nvPr/>
            </p:nvSpPr>
            <p:spPr bwMode="ltGray">
              <a:xfrm>
                <a:off x="4614" y="2790"/>
                <a:ext cx="1034" cy="1273"/>
              </a:xfrm>
              <a:custGeom>
                <a:avLst/>
                <a:gdLst>
                  <a:gd name="T0" fmla="*/ 646 w 1034"/>
                  <a:gd name="T1" fmla="*/ 23 h 1273"/>
                  <a:gd name="T2" fmla="*/ 765 w 1034"/>
                  <a:gd name="T3" fmla="*/ 92 h 1273"/>
                  <a:gd name="T4" fmla="*/ 866 w 1034"/>
                  <a:gd name="T5" fmla="*/ 184 h 1273"/>
                  <a:gd name="T6" fmla="*/ 944 w 1034"/>
                  <a:gd name="T7" fmla="*/ 294 h 1273"/>
                  <a:gd name="T8" fmla="*/ 1000 w 1034"/>
                  <a:gd name="T9" fmla="*/ 417 h 1273"/>
                  <a:gd name="T10" fmla="*/ 1030 w 1034"/>
                  <a:gd name="T11" fmla="*/ 550 h 1273"/>
                  <a:gd name="T12" fmla="*/ 1030 w 1034"/>
                  <a:gd name="T13" fmla="*/ 688 h 1273"/>
                  <a:gd name="T14" fmla="*/ 1000 w 1034"/>
                  <a:gd name="T15" fmla="*/ 821 h 1273"/>
                  <a:gd name="T16" fmla="*/ 944 w 1034"/>
                  <a:gd name="T17" fmla="*/ 944 h 1273"/>
                  <a:gd name="T18" fmla="*/ 866 w 1034"/>
                  <a:gd name="T19" fmla="*/ 1055 h 1273"/>
                  <a:gd name="T20" fmla="*/ 765 w 1034"/>
                  <a:gd name="T21" fmla="*/ 1148 h 1273"/>
                  <a:gd name="T22" fmla="*/ 646 w 1034"/>
                  <a:gd name="T23" fmla="*/ 1215 h 1273"/>
                  <a:gd name="T24" fmla="*/ 517 w 1034"/>
                  <a:gd name="T25" fmla="*/ 1257 h 1273"/>
                  <a:gd name="T26" fmla="*/ 382 w 1034"/>
                  <a:gd name="T27" fmla="*/ 1272 h 1273"/>
                  <a:gd name="T28" fmla="*/ 246 w 1034"/>
                  <a:gd name="T29" fmla="*/ 1257 h 1273"/>
                  <a:gd name="T30" fmla="*/ 118 w 1034"/>
                  <a:gd name="T31" fmla="*/ 1215 h 1273"/>
                  <a:gd name="T32" fmla="*/ 0 w 1034"/>
                  <a:gd name="T33" fmla="*/ 1148 h 1273"/>
                  <a:gd name="T34" fmla="*/ 89 w 1034"/>
                  <a:gd name="T35" fmla="*/ 1129 h 1273"/>
                  <a:gd name="T36" fmla="*/ 201 w 1034"/>
                  <a:gd name="T37" fmla="*/ 1179 h 1273"/>
                  <a:gd name="T38" fmla="*/ 320 w 1034"/>
                  <a:gd name="T39" fmla="*/ 1204 h 1273"/>
                  <a:gd name="T40" fmla="*/ 443 w 1034"/>
                  <a:gd name="T41" fmla="*/ 1204 h 1273"/>
                  <a:gd name="T42" fmla="*/ 563 w 1034"/>
                  <a:gd name="T43" fmla="*/ 1179 h 1273"/>
                  <a:gd name="T44" fmla="*/ 675 w 1034"/>
                  <a:gd name="T45" fmla="*/ 1129 h 1273"/>
                  <a:gd name="T46" fmla="*/ 775 w 1034"/>
                  <a:gd name="T47" fmla="*/ 1057 h 1273"/>
                  <a:gd name="T48" fmla="*/ 857 w 1034"/>
                  <a:gd name="T49" fmla="*/ 965 h 1273"/>
                  <a:gd name="T50" fmla="*/ 919 w 1034"/>
                  <a:gd name="T51" fmla="*/ 858 h 1273"/>
                  <a:gd name="T52" fmla="*/ 956 w 1034"/>
                  <a:gd name="T53" fmla="*/ 742 h 1273"/>
                  <a:gd name="T54" fmla="*/ 969 w 1034"/>
                  <a:gd name="T55" fmla="*/ 619 h 1273"/>
                  <a:gd name="T56" fmla="*/ 956 w 1034"/>
                  <a:gd name="T57" fmla="*/ 496 h 1273"/>
                  <a:gd name="T58" fmla="*/ 919 w 1034"/>
                  <a:gd name="T59" fmla="*/ 381 h 1273"/>
                  <a:gd name="T60" fmla="*/ 857 w 1034"/>
                  <a:gd name="T61" fmla="*/ 273 h 1273"/>
                  <a:gd name="T62" fmla="*/ 775 w 1034"/>
                  <a:gd name="T63" fmla="*/ 182 h 1273"/>
                  <a:gd name="T64" fmla="*/ 675 w 1034"/>
                  <a:gd name="T65" fmla="*/ 110 h 1273"/>
                  <a:gd name="T66" fmla="*/ 563 w 1034"/>
                  <a:gd name="T67" fmla="*/ 61 h 1273"/>
                  <a:gd name="T68" fmla="*/ 582 w 1034"/>
                  <a:gd name="T69" fmla="*/ 0 h 127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34" h="1273">
                    <a:moveTo>
                      <a:pt x="582" y="0"/>
                    </a:moveTo>
                    <a:lnTo>
                      <a:pt x="646" y="23"/>
                    </a:lnTo>
                    <a:lnTo>
                      <a:pt x="707" y="56"/>
                    </a:lnTo>
                    <a:lnTo>
                      <a:pt x="765" y="92"/>
                    </a:lnTo>
                    <a:lnTo>
                      <a:pt x="818" y="134"/>
                    </a:lnTo>
                    <a:lnTo>
                      <a:pt x="866" y="184"/>
                    </a:lnTo>
                    <a:lnTo>
                      <a:pt x="908" y="237"/>
                    </a:lnTo>
                    <a:lnTo>
                      <a:pt x="944" y="294"/>
                    </a:lnTo>
                    <a:lnTo>
                      <a:pt x="977" y="353"/>
                    </a:lnTo>
                    <a:lnTo>
                      <a:pt x="1000" y="417"/>
                    </a:lnTo>
                    <a:lnTo>
                      <a:pt x="1018" y="483"/>
                    </a:lnTo>
                    <a:lnTo>
                      <a:pt x="1030" y="550"/>
                    </a:lnTo>
                    <a:lnTo>
                      <a:pt x="1033" y="619"/>
                    </a:lnTo>
                    <a:lnTo>
                      <a:pt x="1030" y="688"/>
                    </a:lnTo>
                    <a:lnTo>
                      <a:pt x="1018" y="756"/>
                    </a:lnTo>
                    <a:lnTo>
                      <a:pt x="1000" y="821"/>
                    </a:lnTo>
                    <a:lnTo>
                      <a:pt x="977" y="884"/>
                    </a:lnTo>
                    <a:lnTo>
                      <a:pt x="944" y="944"/>
                    </a:lnTo>
                    <a:lnTo>
                      <a:pt x="908" y="1003"/>
                    </a:lnTo>
                    <a:lnTo>
                      <a:pt x="866" y="1055"/>
                    </a:lnTo>
                    <a:lnTo>
                      <a:pt x="818" y="1105"/>
                    </a:lnTo>
                    <a:lnTo>
                      <a:pt x="765" y="1148"/>
                    </a:lnTo>
                    <a:lnTo>
                      <a:pt x="707" y="1183"/>
                    </a:lnTo>
                    <a:lnTo>
                      <a:pt x="646" y="1215"/>
                    </a:lnTo>
                    <a:lnTo>
                      <a:pt x="582" y="1239"/>
                    </a:lnTo>
                    <a:lnTo>
                      <a:pt x="517" y="1257"/>
                    </a:lnTo>
                    <a:lnTo>
                      <a:pt x="450" y="1269"/>
                    </a:lnTo>
                    <a:lnTo>
                      <a:pt x="382" y="1272"/>
                    </a:lnTo>
                    <a:lnTo>
                      <a:pt x="313" y="1269"/>
                    </a:lnTo>
                    <a:lnTo>
                      <a:pt x="246" y="1257"/>
                    </a:lnTo>
                    <a:lnTo>
                      <a:pt x="180" y="1239"/>
                    </a:lnTo>
                    <a:lnTo>
                      <a:pt x="118" y="1215"/>
                    </a:lnTo>
                    <a:lnTo>
                      <a:pt x="57" y="1183"/>
                    </a:lnTo>
                    <a:lnTo>
                      <a:pt x="0" y="1148"/>
                    </a:lnTo>
                    <a:lnTo>
                      <a:pt x="36" y="1095"/>
                    </a:lnTo>
                    <a:lnTo>
                      <a:pt x="89" y="1129"/>
                    </a:lnTo>
                    <a:lnTo>
                      <a:pt x="144" y="1156"/>
                    </a:lnTo>
                    <a:lnTo>
                      <a:pt x="201" y="1179"/>
                    </a:lnTo>
                    <a:lnTo>
                      <a:pt x="261" y="1195"/>
                    </a:lnTo>
                    <a:lnTo>
                      <a:pt x="320" y="1204"/>
                    </a:lnTo>
                    <a:lnTo>
                      <a:pt x="382" y="1208"/>
                    </a:lnTo>
                    <a:lnTo>
                      <a:pt x="443" y="1204"/>
                    </a:lnTo>
                    <a:lnTo>
                      <a:pt x="504" y="1195"/>
                    </a:lnTo>
                    <a:lnTo>
                      <a:pt x="563" y="1179"/>
                    </a:lnTo>
                    <a:lnTo>
                      <a:pt x="621" y="1156"/>
                    </a:lnTo>
                    <a:lnTo>
                      <a:pt x="675" y="1129"/>
                    </a:lnTo>
                    <a:lnTo>
                      <a:pt x="727" y="1095"/>
                    </a:lnTo>
                    <a:lnTo>
                      <a:pt x="775" y="1057"/>
                    </a:lnTo>
                    <a:lnTo>
                      <a:pt x="818" y="1013"/>
                    </a:lnTo>
                    <a:lnTo>
                      <a:pt x="857" y="965"/>
                    </a:lnTo>
                    <a:lnTo>
                      <a:pt x="890" y="913"/>
                    </a:lnTo>
                    <a:lnTo>
                      <a:pt x="919" y="858"/>
                    </a:lnTo>
                    <a:lnTo>
                      <a:pt x="941" y="802"/>
                    </a:lnTo>
                    <a:lnTo>
                      <a:pt x="956" y="742"/>
                    </a:lnTo>
                    <a:lnTo>
                      <a:pt x="965" y="680"/>
                    </a:lnTo>
                    <a:lnTo>
                      <a:pt x="969" y="619"/>
                    </a:lnTo>
                    <a:lnTo>
                      <a:pt x="965" y="557"/>
                    </a:lnTo>
                    <a:lnTo>
                      <a:pt x="956" y="496"/>
                    </a:lnTo>
                    <a:lnTo>
                      <a:pt x="941" y="437"/>
                    </a:lnTo>
                    <a:lnTo>
                      <a:pt x="919" y="381"/>
                    </a:lnTo>
                    <a:lnTo>
                      <a:pt x="890" y="325"/>
                    </a:lnTo>
                    <a:lnTo>
                      <a:pt x="857" y="273"/>
                    </a:lnTo>
                    <a:lnTo>
                      <a:pt x="818" y="225"/>
                    </a:lnTo>
                    <a:lnTo>
                      <a:pt x="775" y="182"/>
                    </a:lnTo>
                    <a:lnTo>
                      <a:pt x="727" y="144"/>
                    </a:lnTo>
                    <a:lnTo>
                      <a:pt x="675" y="110"/>
                    </a:lnTo>
                    <a:lnTo>
                      <a:pt x="621" y="81"/>
                    </a:lnTo>
                    <a:lnTo>
                      <a:pt x="563" y="61"/>
                    </a:lnTo>
                    <a:lnTo>
                      <a:pt x="565" y="56"/>
                    </a:lnTo>
                    <a:lnTo>
                      <a:pt x="58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6" name="Line 4">
                <a:extLst>
                  <a:ext uri="{FF2B5EF4-FFF2-40B4-BE49-F238E27FC236}">
                    <a16:creationId xmlns:a16="http://schemas.microsoft.com/office/drawing/2014/main" id="{29DDE5CF-6ED8-4BEC-A2AB-A210289ACA45}"/>
                  </a:ext>
                </a:extLst>
              </p:cNvPr>
              <p:cNvSpPr>
                <a:spLocks noChangeShapeType="1"/>
              </p:cNvSpPr>
              <p:nvPr/>
            </p:nvSpPr>
            <p:spPr bwMode="ltGray">
              <a:xfrm flipV="1">
                <a:off x="4639" y="3863"/>
                <a:ext cx="103" cy="186"/>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7" name="Line 5">
                <a:extLst>
                  <a:ext uri="{FF2B5EF4-FFF2-40B4-BE49-F238E27FC236}">
                    <a16:creationId xmlns:a16="http://schemas.microsoft.com/office/drawing/2014/main" id="{EA4D0DE6-A17E-4CD0-909A-7835D04A2F27}"/>
                  </a:ext>
                </a:extLst>
              </p:cNvPr>
              <p:cNvSpPr>
                <a:spLocks noChangeShapeType="1"/>
              </p:cNvSpPr>
              <p:nvPr/>
            </p:nvSpPr>
            <p:spPr bwMode="ltGray">
              <a:xfrm flipV="1">
                <a:off x="5210" y="2874"/>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8" name="Line 6">
                <a:extLst>
                  <a:ext uri="{FF2B5EF4-FFF2-40B4-BE49-F238E27FC236}">
                    <a16:creationId xmlns:a16="http://schemas.microsoft.com/office/drawing/2014/main" id="{B0C4E214-2BC7-4E89-9C34-E60765C9C33E}"/>
                  </a:ext>
                </a:extLst>
              </p:cNvPr>
              <p:cNvSpPr>
                <a:spLocks noChangeShapeType="1"/>
              </p:cNvSpPr>
              <p:nvPr/>
            </p:nvSpPr>
            <p:spPr bwMode="ltGray">
              <a:xfrm flipV="1">
                <a:off x="5270" y="2751"/>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9" name="Freeform 7">
                <a:extLst>
                  <a:ext uri="{FF2B5EF4-FFF2-40B4-BE49-F238E27FC236}">
                    <a16:creationId xmlns:a16="http://schemas.microsoft.com/office/drawing/2014/main" id="{4EBC01BC-C4AC-4FBE-A8D9-67FBD691B2C3}"/>
                  </a:ext>
                </a:extLst>
              </p:cNvPr>
              <p:cNvSpPr>
                <a:spLocks/>
              </p:cNvSpPr>
              <p:nvPr/>
            </p:nvSpPr>
            <p:spPr bwMode="ltGray">
              <a:xfrm>
                <a:off x="4753" y="4067"/>
                <a:ext cx="604" cy="110"/>
              </a:xfrm>
              <a:custGeom>
                <a:avLst/>
                <a:gdLst>
                  <a:gd name="T0" fmla="*/ 2 w 604"/>
                  <a:gd name="T1" fmla="*/ 70 h 110"/>
                  <a:gd name="T2" fmla="*/ 14 w 604"/>
                  <a:gd name="T3" fmla="*/ 57 h 110"/>
                  <a:gd name="T4" fmla="*/ 31 w 604"/>
                  <a:gd name="T5" fmla="*/ 46 h 110"/>
                  <a:gd name="T6" fmla="*/ 63 w 604"/>
                  <a:gd name="T7" fmla="*/ 30 h 110"/>
                  <a:gd name="T8" fmla="*/ 100 w 604"/>
                  <a:gd name="T9" fmla="*/ 21 h 110"/>
                  <a:gd name="T10" fmla="*/ 134 w 604"/>
                  <a:gd name="T11" fmla="*/ 13 h 110"/>
                  <a:gd name="T12" fmla="*/ 181 w 604"/>
                  <a:gd name="T13" fmla="*/ 6 h 110"/>
                  <a:gd name="T14" fmla="*/ 225 w 604"/>
                  <a:gd name="T15" fmla="*/ 2 h 110"/>
                  <a:gd name="T16" fmla="*/ 277 w 604"/>
                  <a:gd name="T17" fmla="*/ 0 h 110"/>
                  <a:gd name="T18" fmla="*/ 340 w 604"/>
                  <a:gd name="T19" fmla="*/ 0 h 110"/>
                  <a:gd name="T20" fmla="*/ 407 w 604"/>
                  <a:gd name="T21" fmla="*/ 4 h 110"/>
                  <a:gd name="T22" fmla="*/ 453 w 604"/>
                  <a:gd name="T23" fmla="*/ 10 h 110"/>
                  <a:gd name="T24" fmla="*/ 502 w 604"/>
                  <a:gd name="T25" fmla="*/ 19 h 110"/>
                  <a:gd name="T26" fmla="*/ 549 w 604"/>
                  <a:gd name="T27" fmla="*/ 33 h 110"/>
                  <a:gd name="T28" fmla="*/ 573 w 604"/>
                  <a:gd name="T29" fmla="*/ 47 h 110"/>
                  <a:gd name="T30" fmla="*/ 588 w 604"/>
                  <a:gd name="T31" fmla="*/ 58 h 110"/>
                  <a:gd name="T32" fmla="*/ 603 w 604"/>
                  <a:gd name="T33" fmla="*/ 77 h 110"/>
                  <a:gd name="T34" fmla="*/ 578 w 604"/>
                  <a:gd name="T35" fmla="*/ 87 h 110"/>
                  <a:gd name="T36" fmla="*/ 536 w 604"/>
                  <a:gd name="T37" fmla="*/ 95 h 110"/>
                  <a:gd name="T38" fmla="*/ 485 w 604"/>
                  <a:gd name="T39" fmla="*/ 101 h 110"/>
                  <a:gd name="T40" fmla="*/ 436 w 604"/>
                  <a:gd name="T41" fmla="*/ 106 h 110"/>
                  <a:gd name="T42" fmla="*/ 377 w 604"/>
                  <a:gd name="T43" fmla="*/ 108 h 110"/>
                  <a:gd name="T44" fmla="*/ 313 w 604"/>
                  <a:gd name="T45" fmla="*/ 109 h 110"/>
                  <a:gd name="T46" fmla="*/ 252 w 604"/>
                  <a:gd name="T47" fmla="*/ 109 h 110"/>
                  <a:gd name="T48" fmla="*/ 188 w 604"/>
                  <a:gd name="T49" fmla="*/ 108 h 110"/>
                  <a:gd name="T50" fmla="*/ 117 w 604"/>
                  <a:gd name="T51" fmla="*/ 102 h 110"/>
                  <a:gd name="T52" fmla="*/ 61 w 604"/>
                  <a:gd name="T53" fmla="*/ 96 h 110"/>
                  <a:gd name="T54" fmla="*/ 14 w 604"/>
                  <a:gd name="T55" fmla="*/ 86 h 110"/>
                  <a:gd name="T56" fmla="*/ 0 w 604"/>
                  <a:gd name="T57" fmla="*/ 78 h 110"/>
                  <a:gd name="T58" fmla="*/ 2 w 604"/>
                  <a:gd name="T59" fmla="*/ 7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4" h="110">
                    <a:moveTo>
                      <a:pt x="2" y="70"/>
                    </a:moveTo>
                    <a:lnTo>
                      <a:pt x="14" y="57"/>
                    </a:lnTo>
                    <a:lnTo>
                      <a:pt x="31" y="46"/>
                    </a:lnTo>
                    <a:lnTo>
                      <a:pt x="63" y="30"/>
                    </a:lnTo>
                    <a:lnTo>
                      <a:pt x="100" y="21"/>
                    </a:lnTo>
                    <a:lnTo>
                      <a:pt x="134" y="13"/>
                    </a:lnTo>
                    <a:lnTo>
                      <a:pt x="181" y="6"/>
                    </a:lnTo>
                    <a:lnTo>
                      <a:pt x="225" y="2"/>
                    </a:lnTo>
                    <a:lnTo>
                      <a:pt x="277" y="0"/>
                    </a:lnTo>
                    <a:lnTo>
                      <a:pt x="340" y="0"/>
                    </a:lnTo>
                    <a:lnTo>
                      <a:pt x="407" y="4"/>
                    </a:lnTo>
                    <a:lnTo>
                      <a:pt x="453" y="10"/>
                    </a:lnTo>
                    <a:lnTo>
                      <a:pt x="502" y="19"/>
                    </a:lnTo>
                    <a:lnTo>
                      <a:pt x="549" y="33"/>
                    </a:lnTo>
                    <a:lnTo>
                      <a:pt x="573" y="47"/>
                    </a:lnTo>
                    <a:lnTo>
                      <a:pt x="588" y="58"/>
                    </a:lnTo>
                    <a:lnTo>
                      <a:pt x="603" y="77"/>
                    </a:lnTo>
                    <a:lnTo>
                      <a:pt x="578" y="87"/>
                    </a:lnTo>
                    <a:lnTo>
                      <a:pt x="536" y="95"/>
                    </a:lnTo>
                    <a:lnTo>
                      <a:pt x="485" y="101"/>
                    </a:lnTo>
                    <a:lnTo>
                      <a:pt x="436" y="106"/>
                    </a:lnTo>
                    <a:lnTo>
                      <a:pt x="377" y="108"/>
                    </a:lnTo>
                    <a:lnTo>
                      <a:pt x="313" y="109"/>
                    </a:lnTo>
                    <a:lnTo>
                      <a:pt x="252" y="109"/>
                    </a:lnTo>
                    <a:lnTo>
                      <a:pt x="188" y="108"/>
                    </a:lnTo>
                    <a:lnTo>
                      <a:pt x="117" y="102"/>
                    </a:lnTo>
                    <a:lnTo>
                      <a:pt x="61" y="96"/>
                    </a:lnTo>
                    <a:lnTo>
                      <a:pt x="14" y="86"/>
                    </a:lnTo>
                    <a:lnTo>
                      <a:pt x="0" y="78"/>
                    </a:lnTo>
                    <a:lnTo>
                      <a:pt x="2" y="70"/>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Oval 8">
                <a:extLst>
                  <a:ext uri="{FF2B5EF4-FFF2-40B4-BE49-F238E27FC236}">
                    <a16:creationId xmlns:a16="http://schemas.microsoft.com/office/drawing/2014/main" id="{B5EFB3FB-0C0E-4A82-A156-B8549CFB8D8E}"/>
                  </a:ext>
                </a:extLst>
              </p:cNvPr>
              <p:cNvSpPr>
                <a:spLocks noChangeArrowheads="1"/>
              </p:cNvSpPr>
              <p:nvPr/>
            </p:nvSpPr>
            <p:spPr bwMode="grayWhite">
              <a:xfrm>
                <a:off x="4458" y="2879"/>
                <a:ext cx="1074" cy="1073"/>
              </a:xfrm>
              <a:prstGeom prst="ellipse">
                <a:avLst/>
              </a:prstGeom>
              <a:gradFill rotWithShape="0">
                <a:gsLst>
                  <a:gs pos="0">
                    <a:schemeClr val="bg1"/>
                  </a:gs>
                  <a:gs pos="100000">
                    <a:schemeClr val="bg2"/>
                  </a:gs>
                </a:gsLst>
                <a:lin ang="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41" name="Group 27">
                <a:extLst>
                  <a:ext uri="{FF2B5EF4-FFF2-40B4-BE49-F238E27FC236}">
                    <a16:creationId xmlns:a16="http://schemas.microsoft.com/office/drawing/2014/main" id="{7DAA45A8-E4FF-4B83-876D-31C506D7FA9D}"/>
                  </a:ext>
                </a:extLst>
              </p:cNvPr>
              <p:cNvGrpSpPr>
                <a:grpSpLocks/>
              </p:cNvGrpSpPr>
              <p:nvPr/>
            </p:nvGrpSpPr>
            <p:grpSpPr bwMode="auto">
              <a:xfrm>
                <a:off x="4458" y="2991"/>
                <a:ext cx="999" cy="797"/>
                <a:chOff x="4458" y="2991"/>
                <a:chExt cx="999" cy="797"/>
              </a:xfrm>
            </p:grpSpPr>
            <p:sp>
              <p:nvSpPr>
                <p:cNvPr id="1042" name="Freeform 9">
                  <a:extLst>
                    <a:ext uri="{FF2B5EF4-FFF2-40B4-BE49-F238E27FC236}">
                      <a16:creationId xmlns:a16="http://schemas.microsoft.com/office/drawing/2014/main" id="{10AF373A-5478-4732-8B93-C7FA2214DC06}"/>
                    </a:ext>
                  </a:extLst>
                </p:cNvPr>
                <p:cNvSpPr>
                  <a:spLocks/>
                </p:cNvSpPr>
                <p:nvPr/>
              </p:nvSpPr>
              <p:spPr bwMode="grayWhite">
                <a:xfrm>
                  <a:off x="4599" y="3283"/>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3" name="Freeform 10">
                  <a:extLst>
                    <a:ext uri="{FF2B5EF4-FFF2-40B4-BE49-F238E27FC236}">
                      <a16:creationId xmlns:a16="http://schemas.microsoft.com/office/drawing/2014/main" id="{18C3FF5F-1087-4A14-B05C-EF93FED535E3}"/>
                    </a:ext>
                  </a:extLst>
                </p:cNvPr>
                <p:cNvSpPr>
                  <a:spLocks/>
                </p:cNvSpPr>
                <p:nvPr/>
              </p:nvSpPr>
              <p:spPr bwMode="grayWhite">
                <a:xfrm>
                  <a:off x="4616" y="3305"/>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 name="Freeform 11">
                  <a:extLst>
                    <a:ext uri="{FF2B5EF4-FFF2-40B4-BE49-F238E27FC236}">
                      <a16:creationId xmlns:a16="http://schemas.microsoft.com/office/drawing/2014/main" id="{768B6B30-DD10-4951-9D6F-0FE59F9AEC7A}"/>
                    </a:ext>
                  </a:extLst>
                </p:cNvPr>
                <p:cNvSpPr>
                  <a:spLocks/>
                </p:cNvSpPr>
                <p:nvPr/>
              </p:nvSpPr>
              <p:spPr bwMode="grayWhite">
                <a:xfrm>
                  <a:off x="4674" y="3275"/>
                  <a:ext cx="37" cy="35"/>
                </a:xfrm>
                <a:custGeom>
                  <a:avLst/>
                  <a:gdLst>
                    <a:gd name="T0" fmla="*/ 36 w 37"/>
                    <a:gd name="T1" fmla="*/ 0 h 35"/>
                    <a:gd name="T2" fmla="*/ 22 w 37"/>
                    <a:gd name="T3" fmla="*/ 0 h 35"/>
                    <a:gd name="T4" fmla="*/ 14 w 37"/>
                    <a:gd name="T5" fmla="*/ 9 h 35"/>
                    <a:gd name="T6" fmla="*/ 9 w 37"/>
                    <a:gd name="T7" fmla="*/ 9 h 35"/>
                    <a:gd name="T8" fmla="*/ 5 w 37"/>
                    <a:gd name="T9" fmla="*/ 13 h 35"/>
                    <a:gd name="T10" fmla="*/ 0 w 37"/>
                    <a:gd name="T11" fmla="*/ 13 h 35"/>
                    <a:gd name="T12" fmla="*/ 0 w 37"/>
                    <a:gd name="T13" fmla="*/ 25 h 35"/>
                    <a:gd name="T14" fmla="*/ 8 w 37"/>
                    <a:gd name="T15" fmla="*/ 34 h 35"/>
                    <a:gd name="T16" fmla="*/ 29 w 37"/>
                    <a:gd name="T17" fmla="*/ 34 h 35"/>
                    <a:gd name="T18" fmla="*/ 36 w 37"/>
                    <a:gd name="T19" fmla="*/ 25 h 35"/>
                    <a:gd name="T20" fmla="*/ 36 w 37"/>
                    <a:gd name="T21" fmla="*/ 0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 h="35">
                      <a:moveTo>
                        <a:pt x="36" y="0"/>
                      </a:moveTo>
                      <a:lnTo>
                        <a:pt x="22" y="0"/>
                      </a:lnTo>
                      <a:lnTo>
                        <a:pt x="14" y="9"/>
                      </a:lnTo>
                      <a:lnTo>
                        <a:pt x="9" y="9"/>
                      </a:lnTo>
                      <a:lnTo>
                        <a:pt x="5" y="13"/>
                      </a:lnTo>
                      <a:lnTo>
                        <a:pt x="0" y="13"/>
                      </a:lnTo>
                      <a:lnTo>
                        <a:pt x="0" y="25"/>
                      </a:lnTo>
                      <a:lnTo>
                        <a:pt x="8" y="34"/>
                      </a:lnTo>
                      <a:lnTo>
                        <a:pt x="29" y="34"/>
                      </a:lnTo>
                      <a:lnTo>
                        <a:pt x="36" y="25"/>
                      </a:lnTo>
                      <a:lnTo>
                        <a:pt x="3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Freeform 12">
                  <a:extLst>
                    <a:ext uri="{FF2B5EF4-FFF2-40B4-BE49-F238E27FC236}">
                      <a16:creationId xmlns:a16="http://schemas.microsoft.com/office/drawing/2014/main" id="{F59CCDAA-0C06-4A12-A642-F7BE4F4AB7BA}"/>
                    </a:ext>
                  </a:extLst>
                </p:cNvPr>
                <p:cNvSpPr>
                  <a:spLocks/>
                </p:cNvSpPr>
                <p:nvPr/>
              </p:nvSpPr>
              <p:spPr bwMode="grayWhite">
                <a:xfrm>
                  <a:off x="4458" y="3303"/>
                  <a:ext cx="324" cy="422"/>
                </a:xfrm>
                <a:custGeom>
                  <a:avLst/>
                  <a:gdLst>
                    <a:gd name="T0" fmla="*/ 76 w 324"/>
                    <a:gd name="T1" fmla="*/ 0 h 422"/>
                    <a:gd name="T2" fmla="*/ 71 w 324"/>
                    <a:gd name="T3" fmla="*/ 11 h 422"/>
                    <a:gd name="T4" fmla="*/ 45 w 324"/>
                    <a:gd name="T5" fmla="*/ 33 h 422"/>
                    <a:gd name="T6" fmla="*/ 40 w 324"/>
                    <a:gd name="T7" fmla="*/ 53 h 422"/>
                    <a:gd name="T8" fmla="*/ 21 w 324"/>
                    <a:gd name="T9" fmla="*/ 68 h 422"/>
                    <a:gd name="T10" fmla="*/ 8 w 324"/>
                    <a:gd name="T11" fmla="*/ 96 h 422"/>
                    <a:gd name="T12" fmla="*/ 8 w 324"/>
                    <a:gd name="T13" fmla="*/ 114 h 422"/>
                    <a:gd name="T14" fmla="*/ 0 w 324"/>
                    <a:gd name="T15" fmla="*/ 144 h 422"/>
                    <a:gd name="T16" fmla="*/ 11 w 324"/>
                    <a:gd name="T17" fmla="*/ 157 h 422"/>
                    <a:gd name="T18" fmla="*/ 40 w 324"/>
                    <a:gd name="T19" fmla="*/ 195 h 422"/>
                    <a:gd name="T20" fmla="*/ 48 w 324"/>
                    <a:gd name="T21" fmla="*/ 190 h 422"/>
                    <a:gd name="T22" fmla="*/ 99 w 324"/>
                    <a:gd name="T23" fmla="*/ 190 h 422"/>
                    <a:gd name="T24" fmla="*/ 123 w 324"/>
                    <a:gd name="T25" fmla="*/ 199 h 422"/>
                    <a:gd name="T26" fmla="*/ 121 w 324"/>
                    <a:gd name="T27" fmla="*/ 229 h 422"/>
                    <a:gd name="T28" fmla="*/ 138 w 324"/>
                    <a:gd name="T29" fmla="*/ 268 h 422"/>
                    <a:gd name="T30" fmla="*/ 137 w 324"/>
                    <a:gd name="T31" fmla="*/ 279 h 422"/>
                    <a:gd name="T32" fmla="*/ 144 w 324"/>
                    <a:gd name="T33" fmla="*/ 291 h 422"/>
                    <a:gd name="T34" fmla="*/ 133 w 324"/>
                    <a:gd name="T35" fmla="*/ 319 h 422"/>
                    <a:gd name="T36" fmla="*/ 146 w 324"/>
                    <a:gd name="T37" fmla="*/ 354 h 422"/>
                    <a:gd name="T38" fmla="*/ 153 w 324"/>
                    <a:gd name="T39" fmla="*/ 382 h 422"/>
                    <a:gd name="T40" fmla="*/ 162 w 324"/>
                    <a:gd name="T41" fmla="*/ 399 h 422"/>
                    <a:gd name="T42" fmla="*/ 171 w 324"/>
                    <a:gd name="T43" fmla="*/ 421 h 422"/>
                    <a:gd name="T44" fmla="*/ 188 w 324"/>
                    <a:gd name="T45" fmla="*/ 418 h 422"/>
                    <a:gd name="T46" fmla="*/ 216 w 324"/>
                    <a:gd name="T47" fmla="*/ 402 h 422"/>
                    <a:gd name="T48" fmla="*/ 229 w 324"/>
                    <a:gd name="T49" fmla="*/ 382 h 422"/>
                    <a:gd name="T50" fmla="*/ 228 w 324"/>
                    <a:gd name="T51" fmla="*/ 369 h 422"/>
                    <a:gd name="T52" fmla="*/ 245 w 324"/>
                    <a:gd name="T53" fmla="*/ 359 h 422"/>
                    <a:gd name="T54" fmla="*/ 242 w 324"/>
                    <a:gd name="T55" fmla="*/ 340 h 422"/>
                    <a:gd name="T56" fmla="*/ 267 w 324"/>
                    <a:gd name="T57" fmla="*/ 310 h 422"/>
                    <a:gd name="T58" fmla="*/ 271 w 324"/>
                    <a:gd name="T59" fmla="*/ 285 h 422"/>
                    <a:gd name="T60" fmla="*/ 264 w 324"/>
                    <a:gd name="T61" fmla="*/ 277 h 422"/>
                    <a:gd name="T62" fmla="*/ 267 w 324"/>
                    <a:gd name="T63" fmla="*/ 267 h 422"/>
                    <a:gd name="T64" fmla="*/ 261 w 324"/>
                    <a:gd name="T65" fmla="*/ 258 h 422"/>
                    <a:gd name="T66" fmla="*/ 280 w 324"/>
                    <a:gd name="T67" fmla="*/ 234 h 422"/>
                    <a:gd name="T68" fmla="*/ 280 w 324"/>
                    <a:gd name="T69" fmla="*/ 222 h 422"/>
                    <a:gd name="T70" fmla="*/ 306 w 324"/>
                    <a:gd name="T71" fmla="*/ 202 h 422"/>
                    <a:gd name="T72" fmla="*/ 323 w 324"/>
                    <a:gd name="T73" fmla="*/ 148 h 422"/>
                    <a:gd name="T74" fmla="*/ 299 w 324"/>
                    <a:gd name="T75" fmla="*/ 162 h 422"/>
                    <a:gd name="T76" fmla="*/ 278 w 324"/>
                    <a:gd name="T77" fmla="*/ 156 h 422"/>
                    <a:gd name="T78" fmla="*/ 281 w 324"/>
                    <a:gd name="T79" fmla="*/ 143 h 422"/>
                    <a:gd name="T80" fmla="*/ 260 w 324"/>
                    <a:gd name="T81" fmla="*/ 129 h 422"/>
                    <a:gd name="T82" fmla="*/ 250 w 324"/>
                    <a:gd name="T83" fmla="*/ 94 h 422"/>
                    <a:gd name="T84" fmla="*/ 230 w 324"/>
                    <a:gd name="T85" fmla="*/ 66 h 422"/>
                    <a:gd name="T86" fmla="*/ 230 w 324"/>
                    <a:gd name="T87" fmla="*/ 47 h 422"/>
                    <a:gd name="T88" fmla="*/ 219 w 324"/>
                    <a:gd name="T89" fmla="*/ 46 h 422"/>
                    <a:gd name="T90" fmla="*/ 212 w 324"/>
                    <a:gd name="T91" fmla="*/ 49 h 422"/>
                    <a:gd name="T92" fmla="*/ 182 w 324"/>
                    <a:gd name="T93" fmla="*/ 38 h 422"/>
                    <a:gd name="T94" fmla="*/ 174 w 324"/>
                    <a:gd name="T95" fmla="*/ 46 h 422"/>
                    <a:gd name="T96" fmla="*/ 167 w 324"/>
                    <a:gd name="T97" fmla="*/ 56 h 422"/>
                    <a:gd name="T98" fmla="*/ 151 w 324"/>
                    <a:gd name="T99" fmla="*/ 38 h 422"/>
                    <a:gd name="T100" fmla="*/ 135 w 324"/>
                    <a:gd name="T101" fmla="*/ 33 h 422"/>
                    <a:gd name="T102" fmla="*/ 134 w 324"/>
                    <a:gd name="T103" fmla="*/ 10 h 422"/>
                    <a:gd name="T104" fmla="*/ 111 w 324"/>
                    <a:gd name="T105" fmla="*/ 14 h 422"/>
                    <a:gd name="T106" fmla="*/ 96 w 324"/>
                    <a:gd name="T107" fmla="*/ 9 h 422"/>
                    <a:gd name="T108" fmla="*/ 76 w 324"/>
                    <a:gd name="T109" fmla="*/ 0 h 4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24" h="422">
                      <a:moveTo>
                        <a:pt x="76" y="0"/>
                      </a:moveTo>
                      <a:lnTo>
                        <a:pt x="71" y="11"/>
                      </a:lnTo>
                      <a:lnTo>
                        <a:pt x="45" y="33"/>
                      </a:lnTo>
                      <a:lnTo>
                        <a:pt x="40" y="53"/>
                      </a:lnTo>
                      <a:lnTo>
                        <a:pt x="21" y="68"/>
                      </a:lnTo>
                      <a:lnTo>
                        <a:pt x="8" y="96"/>
                      </a:lnTo>
                      <a:lnTo>
                        <a:pt x="8" y="114"/>
                      </a:lnTo>
                      <a:lnTo>
                        <a:pt x="0" y="144"/>
                      </a:lnTo>
                      <a:lnTo>
                        <a:pt x="11" y="157"/>
                      </a:lnTo>
                      <a:lnTo>
                        <a:pt x="40" y="195"/>
                      </a:lnTo>
                      <a:lnTo>
                        <a:pt x="48" y="190"/>
                      </a:lnTo>
                      <a:lnTo>
                        <a:pt x="99" y="190"/>
                      </a:lnTo>
                      <a:lnTo>
                        <a:pt x="123" y="199"/>
                      </a:lnTo>
                      <a:lnTo>
                        <a:pt x="121" y="229"/>
                      </a:lnTo>
                      <a:lnTo>
                        <a:pt x="138" y="268"/>
                      </a:lnTo>
                      <a:lnTo>
                        <a:pt x="137" y="279"/>
                      </a:lnTo>
                      <a:lnTo>
                        <a:pt x="144" y="291"/>
                      </a:lnTo>
                      <a:lnTo>
                        <a:pt x="133" y="319"/>
                      </a:lnTo>
                      <a:lnTo>
                        <a:pt x="146" y="354"/>
                      </a:lnTo>
                      <a:lnTo>
                        <a:pt x="153" y="382"/>
                      </a:lnTo>
                      <a:lnTo>
                        <a:pt x="162" y="399"/>
                      </a:lnTo>
                      <a:lnTo>
                        <a:pt x="171" y="421"/>
                      </a:lnTo>
                      <a:lnTo>
                        <a:pt x="188" y="418"/>
                      </a:lnTo>
                      <a:lnTo>
                        <a:pt x="216" y="402"/>
                      </a:lnTo>
                      <a:lnTo>
                        <a:pt x="229" y="382"/>
                      </a:lnTo>
                      <a:lnTo>
                        <a:pt x="228" y="369"/>
                      </a:lnTo>
                      <a:lnTo>
                        <a:pt x="245" y="359"/>
                      </a:lnTo>
                      <a:lnTo>
                        <a:pt x="242" y="340"/>
                      </a:lnTo>
                      <a:lnTo>
                        <a:pt x="267" y="310"/>
                      </a:lnTo>
                      <a:lnTo>
                        <a:pt x="271" y="285"/>
                      </a:lnTo>
                      <a:lnTo>
                        <a:pt x="264" y="277"/>
                      </a:lnTo>
                      <a:lnTo>
                        <a:pt x="267" y="267"/>
                      </a:lnTo>
                      <a:lnTo>
                        <a:pt x="261" y="258"/>
                      </a:lnTo>
                      <a:lnTo>
                        <a:pt x="280" y="234"/>
                      </a:lnTo>
                      <a:lnTo>
                        <a:pt x="280" y="222"/>
                      </a:lnTo>
                      <a:lnTo>
                        <a:pt x="306" y="202"/>
                      </a:lnTo>
                      <a:lnTo>
                        <a:pt x="323" y="148"/>
                      </a:lnTo>
                      <a:lnTo>
                        <a:pt x="299" y="162"/>
                      </a:lnTo>
                      <a:lnTo>
                        <a:pt x="278" y="156"/>
                      </a:lnTo>
                      <a:lnTo>
                        <a:pt x="281" y="143"/>
                      </a:lnTo>
                      <a:lnTo>
                        <a:pt x="260" y="129"/>
                      </a:lnTo>
                      <a:lnTo>
                        <a:pt x="250" y="94"/>
                      </a:lnTo>
                      <a:lnTo>
                        <a:pt x="230" y="66"/>
                      </a:lnTo>
                      <a:lnTo>
                        <a:pt x="230" y="47"/>
                      </a:lnTo>
                      <a:lnTo>
                        <a:pt x="219" y="46"/>
                      </a:lnTo>
                      <a:lnTo>
                        <a:pt x="212" y="49"/>
                      </a:lnTo>
                      <a:lnTo>
                        <a:pt x="182" y="38"/>
                      </a:lnTo>
                      <a:lnTo>
                        <a:pt x="174" y="46"/>
                      </a:lnTo>
                      <a:lnTo>
                        <a:pt x="167" y="56"/>
                      </a:lnTo>
                      <a:lnTo>
                        <a:pt x="151" y="38"/>
                      </a:lnTo>
                      <a:lnTo>
                        <a:pt x="135" y="33"/>
                      </a:lnTo>
                      <a:lnTo>
                        <a:pt x="134" y="10"/>
                      </a:lnTo>
                      <a:lnTo>
                        <a:pt x="111" y="14"/>
                      </a:lnTo>
                      <a:lnTo>
                        <a:pt x="96" y="9"/>
                      </a:lnTo>
                      <a:lnTo>
                        <a:pt x="7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Freeform 13">
                  <a:extLst>
                    <a:ext uri="{FF2B5EF4-FFF2-40B4-BE49-F238E27FC236}">
                      <a16:creationId xmlns:a16="http://schemas.microsoft.com/office/drawing/2014/main" id="{088C8B6F-F05E-44F8-9265-BBB3EDA55A46}"/>
                    </a:ext>
                  </a:extLst>
                </p:cNvPr>
                <p:cNvSpPr>
                  <a:spLocks/>
                </p:cNvSpPr>
                <p:nvPr/>
              </p:nvSpPr>
              <p:spPr bwMode="grayWhite">
                <a:xfrm>
                  <a:off x="5205" y="3408"/>
                  <a:ext cx="17" cy="21"/>
                </a:xfrm>
                <a:custGeom>
                  <a:avLst/>
                  <a:gdLst>
                    <a:gd name="T0" fmla="*/ 7 w 17"/>
                    <a:gd name="T1" fmla="*/ 0 h 21"/>
                    <a:gd name="T2" fmla="*/ 9 w 17"/>
                    <a:gd name="T3" fmla="*/ 5 h 21"/>
                    <a:gd name="T4" fmla="*/ 7 w 17"/>
                    <a:gd name="T5" fmla="*/ 10 h 21"/>
                    <a:gd name="T6" fmla="*/ 7 w 17"/>
                    <a:gd name="T7" fmla="*/ 14 h 21"/>
                    <a:gd name="T8" fmla="*/ 16 w 17"/>
                    <a:gd name="T9" fmla="*/ 17 h 21"/>
                    <a:gd name="T10" fmla="*/ 16 w 17"/>
                    <a:gd name="T11" fmla="*/ 20 h 21"/>
                    <a:gd name="T12" fmla="*/ 9 w 17"/>
                    <a:gd name="T13" fmla="*/ 17 h 21"/>
                    <a:gd name="T14" fmla="*/ 3 w 17"/>
                    <a:gd name="T15" fmla="*/ 20 h 21"/>
                    <a:gd name="T16" fmla="*/ 0 w 17"/>
                    <a:gd name="T17" fmla="*/ 17 h 21"/>
                    <a:gd name="T18" fmla="*/ 3 w 17"/>
                    <a:gd name="T19" fmla="*/ 14 h 21"/>
                    <a:gd name="T20" fmla="*/ 0 w 17"/>
                    <a:gd name="T21" fmla="*/ 10 h 21"/>
                    <a:gd name="T22" fmla="*/ 3 w 17"/>
                    <a:gd name="T23" fmla="*/ 2 h 21"/>
                    <a:gd name="T24" fmla="*/ 7 w 17"/>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1">
                      <a:moveTo>
                        <a:pt x="7" y="0"/>
                      </a:moveTo>
                      <a:lnTo>
                        <a:pt x="9" y="5"/>
                      </a:lnTo>
                      <a:lnTo>
                        <a:pt x="7" y="10"/>
                      </a:lnTo>
                      <a:lnTo>
                        <a:pt x="7" y="14"/>
                      </a:lnTo>
                      <a:lnTo>
                        <a:pt x="16" y="17"/>
                      </a:lnTo>
                      <a:lnTo>
                        <a:pt x="16" y="20"/>
                      </a:lnTo>
                      <a:lnTo>
                        <a:pt x="9" y="17"/>
                      </a:lnTo>
                      <a:lnTo>
                        <a:pt x="3" y="20"/>
                      </a:lnTo>
                      <a:lnTo>
                        <a:pt x="0" y="17"/>
                      </a:lnTo>
                      <a:lnTo>
                        <a:pt x="3" y="14"/>
                      </a:lnTo>
                      <a:lnTo>
                        <a:pt x="0" y="10"/>
                      </a:lnTo>
                      <a:lnTo>
                        <a:pt x="3" y="2"/>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7" name="Freeform 14">
                  <a:extLst>
                    <a:ext uri="{FF2B5EF4-FFF2-40B4-BE49-F238E27FC236}">
                      <a16:creationId xmlns:a16="http://schemas.microsoft.com/office/drawing/2014/main" id="{E48D41F2-F24F-45D4-842F-BD116865DBE1}"/>
                    </a:ext>
                  </a:extLst>
                </p:cNvPr>
                <p:cNvSpPr>
                  <a:spLocks/>
                </p:cNvSpPr>
                <p:nvPr/>
              </p:nvSpPr>
              <p:spPr bwMode="grayWhite">
                <a:xfrm>
                  <a:off x="5144" y="3496"/>
                  <a:ext cx="49" cy="70"/>
                </a:xfrm>
                <a:custGeom>
                  <a:avLst/>
                  <a:gdLst>
                    <a:gd name="T0" fmla="*/ 0 w 49"/>
                    <a:gd name="T1" fmla="*/ 34 h 70"/>
                    <a:gd name="T2" fmla="*/ 17 w 49"/>
                    <a:gd name="T3" fmla="*/ 34 h 70"/>
                    <a:gd name="T4" fmla="*/ 37 w 49"/>
                    <a:gd name="T5" fmla="*/ 0 h 70"/>
                    <a:gd name="T6" fmla="*/ 48 w 49"/>
                    <a:gd name="T7" fmla="*/ 20 h 70"/>
                    <a:gd name="T8" fmla="*/ 39 w 49"/>
                    <a:gd name="T9" fmla="*/ 69 h 70"/>
                    <a:gd name="T10" fmla="*/ 3 w 49"/>
                    <a:gd name="T11" fmla="*/ 57 h 70"/>
                    <a:gd name="T12" fmla="*/ 0 w 49"/>
                    <a:gd name="T13" fmla="*/ 34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70">
                      <a:moveTo>
                        <a:pt x="0" y="34"/>
                      </a:moveTo>
                      <a:lnTo>
                        <a:pt x="17" y="34"/>
                      </a:lnTo>
                      <a:lnTo>
                        <a:pt x="37" y="0"/>
                      </a:lnTo>
                      <a:lnTo>
                        <a:pt x="48" y="20"/>
                      </a:lnTo>
                      <a:lnTo>
                        <a:pt x="39" y="69"/>
                      </a:lnTo>
                      <a:lnTo>
                        <a:pt x="3" y="57"/>
                      </a:lnTo>
                      <a:lnTo>
                        <a:pt x="0" y="3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8" name="Freeform 15">
                  <a:extLst>
                    <a:ext uri="{FF2B5EF4-FFF2-40B4-BE49-F238E27FC236}">
                      <a16:creationId xmlns:a16="http://schemas.microsoft.com/office/drawing/2014/main" id="{6E3BF754-3A1F-40DB-A2B5-41FCE932A98D}"/>
                    </a:ext>
                  </a:extLst>
                </p:cNvPr>
                <p:cNvSpPr>
                  <a:spLocks/>
                </p:cNvSpPr>
                <p:nvPr/>
              </p:nvSpPr>
              <p:spPr bwMode="grayWhite">
                <a:xfrm>
                  <a:off x="5241" y="3523"/>
                  <a:ext cx="84" cy="67"/>
                </a:xfrm>
                <a:custGeom>
                  <a:avLst/>
                  <a:gdLst>
                    <a:gd name="T0" fmla="*/ 5 w 84"/>
                    <a:gd name="T1" fmla="*/ 15 h 67"/>
                    <a:gd name="T2" fmla="*/ 0 w 84"/>
                    <a:gd name="T3" fmla="*/ 0 h 67"/>
                    <a:gd name="T4" fmla="*/ 27 w 84"/>
                    <a:gd name="T5" fmla="*/ 6 h 67"/>
                    <a:gd name="T6" fmla="*/ 67 w 84"/>
                    <a:gd name="T7" fmla="*/ 22 h 67"/>
                    <a:gd name="T8" fmla="*/ 67 w 84"/>
                    <a:gd name="T9" fmla="*/ 34 h 67"/>
                    <a:gd name="T10" fmla="*/ 83 w 84"/>
                    <a:gd name="T11" fmla="*/ 66 h 67"/>
                    <a:gd name="T12" fmla="*/ 52 w 84"/>
                    <a:gd name="T13" fmla="*/ 36 h 67"/>
                    <a:gd name="T14" fmla="*/ 31 w 84"/>
                    <a:gd name="T15" fmla="*/ 38 h 67"/>
                    <a:gd name="T16" fmla="*/ 5 w 84"/>
                    <a:gd name="T17" fmla="*/ 15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4" h="67">
                      <a:moveTo>
                        <a:pt x="5" y="15"/>
                      </a:moveTo>
                      <a:lnTo>
                        <a:pt x="0" y="0"/>
                      </a:lnTo>
                      <a:lnTo>
                        <a:pt x="27" y="6"/>
                      </a:lnTo>
                      <a:lnTo>
                        <a:pt x="67" y="22"/>
                      </a:lnTo>
                      <a:lnTo>
                        <a:pt x="67" y="34"/>
                      </a:lnTo>
                      <a:lnTo>
                        <a:pt x="83" y="66"/>
                      </a:lnTo>
                      <a:lnTo>
                        <a:pt x="52" y="36"/>
                      </a:lnTo>
                      <a:lnTo>
                        <a:pt x="31" y="38"/>
                      </a:lnTo>
                      <a:lnTo>
                        <a:pt x="5" y="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9" name="Freeform 16">
                  <a:extLst>
                    <a:ext uri="{FF2B5EF4-FFF2-40B4-BE49-F238E27FC236}">
                      <a16:creationId xmlns:a16="http://schemas.microsoft.com/office/drawing/2014/main" id="{318B4698-4323-4853-8C17-9F1F9E9F3D45}"/>
                    </a:ext>
                  </a:extLst>
                </p:cNvPr>
                <p:cNvSpPr>
                  <a:spLocks/>
                </p:cNvSpPr>
                <p:nvPr/>
              </p:nvSpPr>
              <p:spPr bwMode="grayWhite">
                <a:xfrm>
                  <a:off x="5400" y="3660"/>
                  <a:ext cx="57" cy="73"/>
                </a:xfrm>
                <a:custGeom>
                  <a:avLst/>
                  <a:gdLst>
                    <a:gd name="T0" fmla="*/ 34 w 57"/>
                    <a:gd name="T1" fmla="*/ 0 h 73"/>
                    <a:gd name="T2" fmla="*/ 56 w 57"/>
                    <a:gd name="T3" fmla="*/ 21 h 73"/>
                    <a:gd name="T4" fmla="*/ 11 w 57"/>
                    <a:gd name="T5" fmla="*/ 72 h 73"/>
                    <a:gd name="T6" fmla="*/ 0 w 57"/>
                    <a:gd name="T7" fmla="*/ 60 h 73"/>
                    <a:gd name="T8" fmla="*/ 32 w 57"/>
                    <a:gd name="T9" fmla="*/ 28 h 73"/>
                    <a:gd name="T10" fmla="*/ 34 w 57"/>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73">
                      <a:moveTo>
                        <a:pt x="34" y="0"/>
                      </a:moveTo>
                      <a:lnTo>
                        <a:pt x="56" y="21"/>
                      </a:lnTo>
                      <a:lnTo>
                        <a:pt x="11" y="72"/>
                      </a:lnTo>
                      <a:lnTo>
                        <a:pt x="0" y="60"/>
                      </a:lnTo>
                      <a:lnTo>
                        <a:pt x="32" y="28"/>
                      </a:lnTo>
                      <a:lnTo>
                        <a:pt x="34"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0" name="Freeform 17">
                  <a:extLst>
                    <a:ext uri="{FF2B5EF4-FFF2-40B4-BE49-F238E27FC236}">
                      <a16:creationId xmlns:a16="http://schemas.microsoft.com/office/drawing/2014/main" id="{28585D53-7679-4221-AB50-808FA417F754}"/>
                    </a:ext>
                  </a:extLst>
                </p:cNvPr>
                <p:cNvSpPr>
                  <a:spLocks/>
                </p:cNvSpPr>
                <p:nvPr/>
              </p:nvSpPr>
              <p:spPr bwMode="grayWhite">
                <a:xfrm>
                  <a:off x="4558" y="3167"/>
                  <a:ext cx="29" cy="48"/>
                </a:xfrm>
                <a:custGeom>
                  <a:avLst/>
                  <a:gdLst>
                    <a:gd name="T0" fmla="*/ 28 w 29"/>
                    <a:gd name="T1" fmla="*/ 36 h 48"/>
                    <a:gd name="T2" fmla="*/ 20 w 29"/>
                    <a:gd name="T3" fmla="*/ 31 h 48"/>
                    <a:gd name="T4" fmla="*/ 20 w 29"/>
                    <a:gd name="T5" fmla="*/ 10 h 48"/>
                    <a:gd name="T6" fmla="*/ 24 w 29"/>
                    <a:gd name="T7" fmla="*/ 5 h 48"/>
                    <a:gd name="T8" fmla="*/ 17 w 29"/>
                    <a:gd name="T9" fmla="*/ 5 h 48"/>
                    <a:gd name="T10" fmla="*/ 21 w 29"/>
                    <a:gd name="T11" fmla="*/ 0 h 48"/>
                    <a:gd name="T12" fmla="*/ 16 w 29"/>
                    <a:gd name="T13" fmla="*/ 0 h 48"/>
                    <a:gd name="T14" fmla="*/ 10 w 29"/>
                    <a:gd name="T15" fmla="*/ 6 h 48"/>
                    <a:gd name="T16" fmla="*/ 10 w 29"/>
                    <a:gd name="T17" fmla="*/ 19 h 48"/>
                    <a:gd name="T18" fmla="*/ 13 w 29"/>
                    <a:gd name="T19" fmla="*/ 22 h 48"/>
                    <a:gd name="T20" fmla="*/ 13 w 29"/>
                    <a:gd name="T21" fmla="*/ 28 h 48"/>
                    <a:gd name="T22" fmla="*/ 11 w 29"/>
                    <a:gd name="T23" fmla="*/ 28 h 48"/>
                    <a:gd name="T24" fmla="*/ 6 w 29"/>
                    <a:gd name="T25" fmla="*/ 33 h 48"/>
                    <a:gd name="T26" fmla="*/ 6 w 29"/>
                    <a:gd name="T27" fmla="*/ 38 h 48"/>
                    <a:gd name="T28" fmla="*/ 0 w 29"/>
                    <a:gd name="T29" fmla="*/ 47 h 48"/>
                    <a:gd name="T30" fmla="*/ 21 w 29"/>
                    <a:gd name="T31" fmla="*/ 47 h 48"/>
                    <a:gd name="T32" fmla="*/ 28 w 29"/>
                    <a:gd name="T33" fmla="*/ 36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48">
                      <a:moveTo>
                        <a:pt x="28" y="36"/>
                      </a:moveTo>
                      <a:lnTo>
                        <a:pt x="20" y="31"/>
                      </a:lnTo>
                      <a:lnTo>
                        <a:pt x="20" y="10"/>
                      </a:lnTo>
                      <a:lnTo>
                        <a:pt x="24" y="5"/>
                      </a:lnTo>
                      <a:lnTo>
                        <a:pt x="17" y="5"/>
                      </a:lnTo>
                      <a:lnTo>
                        <a:pt x="21" y="0"/>
                      </a:lnTo>
                      <a:lnTo>
                        <a:pt x="16" y="0"/>
                      </a:lnTo>
                      <a:lnTo>
                        <a:pt x="10" y="6"/>
                      </a:lnTo>
                      <a:lnTo>
                        <a:pt x="10" y="19"/>
                      </a:lnTo>
                      <a:lnTo>
                        <a:pt x="13" y="22"/>
                      </a:lnTo>
                      <a:lnTo>
                        <a:pt x="13" y="28"/>
                      </a:lnTo>
                      <a:lnTo>
                        <a:pt x="11" y="28"/>
                      </a:lnTo>
                      <a:lnTo>
                        <a:pt x="6" y="33"/>
                      </a:lnTo>
                      <a:lnTo>
                        <a:pt x="6" y="38"/>
                      </a:lnTo>
                      <a:lnTo>
                        <a:pt x="0" y="47"/>
                      </a:lnTo>
                      <a:lnTo>
                        <a:pt x="21" y="47"/>
                      </a:lnTo>
                      <a:lnTo>
                        <a:pt x="28" y="3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1" name="Freeform 18">
                  <a:extLst>
                    <a:ext uri="{FF2B5EF4-FFF2-40B4-BE49-F238E27FC236}">
                      <a16:creationId xmlns:a16="http://schemas.microsoft.com/office/drawing/2014/main" id="{CAEDA6BB-ABDC-44FF-B8F1-57AF8920E62B}"/>
                    </a:ext>
                  </a:extLst>
                </p:cNvPr>
                <p:cNvSpPr>
                  <a:spLocks/>
                </p:cNvSpPr>
                <p:nvPr/>
              </p:nvSpPr>
              <p:spPr bwMode="grayWhite">
                <a:xfrm>
                  <a:off x="4549" y="3183"/>
                  <a:ext cx="17" cy="17"/>
                </a:xfrm>
                <a:custGeom>
                  <a:avLst/>
                  <a:gdLst>
                    <a:gd name="T0" fmla="*/ 13 w 17"/>
                    <a:gd name="T1" fmla="*/ 5 h 17"/>
                    <a:gd name="T2" fmla="*/ 16 w 17"/>
                    <a:gd name="T3" fmla="*/ 5 h 17"/>
                    <a:gd name="T4" fmla="*/ 16 w 17"/>
                    <a:gd name="T5" fmla="*/ 0 h 17"/>
                    <a:gd name="T6" fmla="*/ 10 w 17"/>
                    <a:gd name="T7" fmla="*/ 0 h 17"/>
                    <a:gd name="T8" fmla="*/ 0 w 17"/>
                    <a:gd name="T9" fmla="*/ 10 h 17"/>
                    <a:gd name="T10" fmla="*/ 0 w 17"/>
                    <a:gd name="T11" fmla="*/ 16 h 17"/>
                    <a:gd name="T12" fmla="*/ 9 w 17"/>
                    <a:gd name="T13" fmla="*/ 16 h 17"/>
                    <a:gd name="T14" fmla="*/ 13 w 17"/>
                    <a:gd name="T15" fmla="*/ 11 h 17"/>
                    <a:gd name="T16" fmla="*/ 13 w 17"/>
                    <a:gd name="T17" fmla="*/ 5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17">
                      <a:moveTo>
                        <a:pt x="13" y="5"/>
                      </a:moveTo>
                      <a:lnTo>
                        <a:pt x="16" y="5"/>
                      </a:lnTo>
                      <a:lnTo>
                        <a:pt x="16" y="0"/>
                      </a:lnTo>
                      <a:lnTo>
                        <a:pt x="10" y="0"/>
                      </a:lnTo>
                      <a:lnTo>
                        <a:pt x="0" y="10"/>
                      </a:lnTo>
                      <a:lnTo>
                        <a:pt x="0" y="16"/>
                      </a:lnTo>
                      <a:lnTo>
                        <a:pt x="9" y="16"/>
                      </a:lnTo>
                      <a:lnTo>
                        <a:pt x="13" y="11"/>
                      </a:lnTo>
                      <a:lnTo>
                        <a:pt x="13" y="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2" name="Freeform 19">
                  <a:extLst>
                    <a:ext uri="{FF2B5EF4-FFF2-40B4-BE49-F238E27FC236}">
                      <a16:creationId xmlns:a16="http://schemas.microsoft.com/office/drawing/2014/main" id="{B52588C3-F7A7-4750-8958-9E46DC30128D}"/>
                    </a:ext>
                  </a:extLst>
                </p:cNvPr>
                <p:cNvSpPr>
                  <a:spLocks/>
                </p:cNvSpPr>
                <p:nvPr/>
              </p:nvSpPr>
              <p:spPr bwMode="grayWhite">
                <a:xfrm>
                  <a:off x="4527" y="3155"/>
                  <a:ext cx="184" cy="155"/>
                </a:xfrm>
                <a:custGeom>
                  <a:avLst/>
                  <a:gdLst>
                    <a:gd name="T0" fmla="*/ 120 w 184"/>
                    <a:gd name="T1" fmla="*/ 10 h 155"/>
                    <a:gd name="T2" fmla="*/ 144 w 184"/>
                    <a:gd name="T3" fmla="*/ 14 h 155"/>
                    <a:gd name="T4" fmla="*/ 129 w 184"/>
                    <a:gd name="T5" fmla="*/ 20 h 155"/>
                    <a:gd name="T6" fmla="*/ 123 w 184"/>
                    <a:gd name="T7" fmla="*/ 29 h 155"/>
                    <a:gd name="T8" fmla="*/ 114 w 184"/>
                    <a:gd name="T9" fmla="*/ 50 h 155"/>
                    <a:gd name="T10" fmla="*/ 100 w 184"/>
                    <a:gd name="T11" fmla="*/ 51 h 155"/>
                    <a:gd name="T12" fmla="*/ 88 w 184"/>
                    <a:gd name="T13" fmla="*/ 49 h 155"/>
                    <a:gd name="T14" fmla="*/ 94 w 184"/>
                    <a:gd name="T15" fmla="*/ 39 h 155"/>
                    <a:gd name="T16" fmla="*/ 88 w 184"/>
                    <a:gd name="T17" fmla="*/ 26 h 155"/>
                    <a:gd name="T18" fmla="*/ 81 w 184"/>
                    <a:gd name="T19" fmla="*/ 49 h 155"/>
                    <a:gd name="T20" fmla="*/ 62 w 184"/>
                    <a:gd name="T21" fmla="*/ 60 h 155"/>
                    <a:gd name="T22" fmla="*/ 52 w 184"/>
                    <a:gd name="T23" fmla="*/ 67 h 155"/>
                    <a:gd name="T24" fmla="*/ 38 w 184"/>
                    <a:gd name="T25" fmla="*/ 77 h 155"/>
                    <a:gd name="T26" fmla="*/ 30 w 184"/>
                    <a:gd name="T27" fmla="*/ 102 h 155"/>
                    <a:gd name="T28" fmla="*/ 5 w 184"/>
                    <a:gd name="T29" fmla="*/ 93 h 155"/>
                    <a:gd name="T30" fmla="*/ 0 w 184"/>
                    <a:gd name="T31" fmla="*/ 111 h 155"/>
                    <a:gd name="T32" fmla="*/ 10 w 184"/>
                    <a:gd name="T33" fmla="*/ 138 h 155"/>
                    <a:gd name="T34" fmla="*/ 50 w 184"/>
                    <a:gd name="T35" fmla="*/ 109 h 155"/>
                    <a:gd name="T36" fmla="*/ 75 w 184"/>
                    <a:gd name="T37" fmla="*/ 103 h 155"/>
                    <a:gd name="T38" fmla="*/ 79 w 184"/>
                    <a:gd name="T39" fmla="*/ 115 h 155"/>
                    <a:gd name="T40" fmla="*/ 99 w 184"/>
                    <a:gd name="T41" fmla="*/ 143 h 155"/>
                    <a:gd name="T42" fmla="*/ 101 w 184"/>
                    <a:gd name="T43" fmla="*/ 135 h 155"/>
                    <a:gd name="T44" fmla="*/ 107 w 184"/>
                    <a:gd name="T45" fmla="*/ 135 h 155"/>
                    <a:gd name="T46" fmla="*/ 88 w 184"/>
                    <a:gd name="T47" fmla="*/ 108 h 155"/>
                    <a:gd name="T48" fmla="*/ 94 w 184"/>
                    <a:gd name="T49" fmla="*/ 99 h 155"/>
                    <a:gd name="T50" fmla="*/ 114 w 184"/>
                    <a:gd name="T51" fmla="*/ 127 h 155"/>
                    <a:gd name="T52" fmla="*/ 123 w 184"/>
                    <a:gd name="T53" fmla="*/ 144 h 155"/>
                    <a:gd name="T54" fmla="*/ 127 w 184"/>
                    <a:gd name="T55" fmla="*/ 154 h 155"/>
                    <a:gd name="T56" fmla="*/ 131 w 184"/>
                    <a:gd name="T57" fmla="*/ 136 h 155"/>
                    <a:gd name="T58" fmla="*/ 144 w 184"/>
                    <a:gd name="T59" fmla="*/ 130 h 155"/>
                    <a:gd name="T60" fmla="*/ 153 w 184"/>
                    <a:gd name="T61" fmla="*/ 126 h 155"/>
                    <a:gd name="T62" fmla="*/ 150 w 184"/>
                    <a:gd name="T63" fmla="*/ 113 h 155"/>
                    <a:gd name="T64" fmla="*/ 157 w 184"/>
                    <a:gd name="T65" fmla="*/ 90 h 155"/>
                    <a:gd name="T66" fmla="*/ 166 w 184"/>
                    <a:gd name="T67" fmla="*/ 93 h 155"/>
                    <a:gd name="T68" fmla="*/ 169 w 184"/>
                    <a:gd name="T69" fmla="*/ 103 h 155"/>
                    <a:gd name="T70" fmla="*/ 177 w 184"/>
                    <a:gd name="T71" fmla="*/ 98 h 155"/>
                    <a:gd name="T72" fmla="*/ 175 w 184"/>
                    <a:gd name="T73" fmla="*/ 95 h 155"/>
                    <a:gd name="T74" fmla="*/ 180 w 184"/>
                    <a:gd name="T75" fmla="*/ 81 h 155"/>
                    <a:gd name="T76" fmla="*/ 183 w 184"/>
                    <a:gd name="T77" fmla="*/ 98 h 155"/>
                    <a:gd name="T78" fmla="*/ 120 w 184"/>
                    <a:gd name="T79" fmla="*/ 0 h 15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4" h="155">
                      <a:moveTo>
                        <a:pt x="120" y="0"/>
                      </a:moveTo>
                      <a:lnTo>
                        <a:pt x="120" y="10"/>
                      </a:lnTo>
                      <a:lnTo>
                        <a:pt x="124" y="14"/>
                      </a:lnTo>
                      <a:lnTo>
                        <a:pt x="144" y="14"/>
                      </a:lnTo>
                      <a:lnTo>
                        <a:pt x="144" y="20"/>
                      </a:lnTo>
                      <a:lnTo>
                        <a:pt x="129" y="20"/>
                      </a:lnTo>
                      <a:lnTo>
                        <a:pt x="129" y="37"/>
                      </a:lnTo>
                      <a:lnTo>
                        <a:pt x="123" y="29"/>
                      </a:lnTo>
                      <a:lnTo>
                        <a:pt x="123" y="40"/>
                      </a:lnTo>
                      <a:lnTo>
                        <a:pt x="114" y="50"/>
                      </a:lnTo>
                      <a:lnTo>
                        <a:pt x="109" y="44"/>
                      </a:lnTo>
                      <a:lnTo>
                        <a:pt x="100" y="51"/>
                      </a:lnTo>
                      <a:lnTo>
                        <a:pt x="99" y="49"/>
                      </a:lnTo>
                      <a:lnTo>
                        <a:pt x="88" y="49"/>
                      </a:lnTo>
                      <a:lnTo>
                        <a:pt x="94" y="42"/>
                      </a:lnTo>
                      <a:lnTo>
                        <a:pt x="94" y="39"/>
                      </a:lnTo>
                      <a:lnTo>
                        <a:pt x="88" y="34"/>
                      </a:lnTo>
                      <a:lnTo>
                        <a:pt x="88" y="26"/>
                      </a:lnTo>
                      <a:lnTo>
                        <a:pt x="81" y="34"/>
                      </a:lnTo>
                      <a:lnTo>
                        <a:pt x="81" y="49"/>
                      </a:lnTo>
                      <a:lnTo>
                        <a:pt x="73" y="49"/>
                      </a:lnTo>
                      <a:lnTo>
                        <a:pt x="62" y="60"/>
                      </a:lnTo>
                      <a:lnTo>
                        <a:pt x="58" y="60"/>
                      </a:lnTo>
                      <a:lnTo>
                        <a:pt x="52" y="67"/>
                      </a:lnTo>
                      <a:lnTo>
                        <a:pt x="30" y="67"/>
                      </a:lnTo>
                      <a:lnTo>
                        <a:pt x="38" y="77"/>
                      </a:lnTo>
                      <a:lnTo>
                        <a:pt x="38" y="93"/>
                      </a:lnTo>
                      <a:lnTo>
                        <a:pt x="30" y="102"/>
                      </a:lnTo>
                      <a:lnTo>
                        <a:pt x="22" y="93"/>
                      </a:lnTo>
                      <a:lnTo>
                        <a:pt x="5" y="93"/>
                      </a:lnTo>
                      <a:lnTo>
                        <a:pt x="5" y="104"/>
                      </a:lnTo>
                      <a:lnTo>
                        <a:pt x="0" y="111"/>
                      </a:lnTo>
                      <a:lnTo>
                        <a:pt x="0" y="126"/>
                      </a:lnTo>
                      <a:lnTo>
                        <a:pt x="10" y="138"/>
                      </a:lnTo>
                      <a:lnTo>
                        <a:pt x="26" y="138"/>
                      </a:lnTo>
                      <a:lnTo>
                        <a:pt x="50" y="109"/>
                      </a:lnTo>
                      <a:lnTo>
                        <a:pt x="72" y="109"/>
                      </a:lnTo>
                      <a:lnTo>
                        <a:pt x="75" y="103"/>
                      </a:lnTo>
                      <a:lnTo>
                        <a:pt x="80" y="109"/>
                      </a:lnTo>
                      <a:lnTo>
                        <a:pt x="79" y="115"/>
                      </a:lnTo>
                      <a:lnTo>
                        <a:pt x="99" y="135"/>
                      </a:lnTo>
                      <a:lnTo>
                        <a:pt x="99" y="143"/>
                      </a:lnTo>
                      <a:lnTo>
                        <a:pt x="104" y="140"/>
                      </a:lnTo>
                      <a:lnTo>
                        <a:pt x="101" y="135"/>
                      </a:lnTo>
                      <a:lnTo>
                        <a:pt x="104" y="132"/>
                      </a:lnTo>
                      <a:lnTo>
                        <a:pt x="107" y="135"/>
                      </a:lnTo>
                      <a:lnTo>
                        <a:pt x="109" y="134"/>
                      </a:lnTo>
                      <a:lnTo>
                        <a:pt x="88" y="108"/>
                      </a:lnTo>
                      <a:lnTo>
                        <a:pt x="88" y="99"/>
                      </a:lnTo>
                      <a:lnTo>
                        <a:pt x="94" y="99"/>
                      </a:lnTo>
                      <a:lnTo>
                        <a:pt x="94" y="104"/>
                      </a:lnTo>
                      <a:lnTo>
                        <a:pt x="114" y="127"/>
                      </a:lnTo>
                      <a:lnTo>
                        <a:pt x="114" y="134"/>
                      </a:lnTo>
                      <a:lnTo>
                        <a:pt x="123" y="144"/>
                      </a:lnTo>
                      <a:lnTo>
                        <a:pt x="121" y="146"/>
                      </a:lnTo>
                      <a:lnTo>
                        <a:pt x="127" y="154"/>
                      </a:lnTo>
                      <a:lnTo>
                        <a:pt x="137" y="143"/>
                      </a:lnTo>
                      <a:lnTo>
                        <a:pt x="131" y="136"/>
                      </a:lnTo>
                      <a:lnTo>
                        <a:pt x="137" y="130"/>
                      </a:lnTo>
                      <a:lnTo>
                        <a:pt x="144" y="130"/>
                      </a:lnTo>
                      <a:lnTo>
                        <a:pt x="148" y="126"/>
                      </a:lnTo>
                      <a:lnTo>
                        <a:pt x="153" y="126"/>
                      </a:lnTo>
                      <a:lnTo>
                        <a:pt x="147" y="117"/>
                      </a:lnTo>
                      <a:lnTo>
                        <a:pt x="150" y="113"/>
                      </a:lnTo>
                      <a:lnTo>
                        <a:pt x="150" y="98"/>
                      </a:lnTo>
                      <a:lnTo>
                        <a:pt x="157" y="90"/>
                      </a:lnTo>
                      <a:lnTo>
                        <a:pt x="160" y="93"/>
                      </a:lnTo>
                      <a:lnTo>
                        <a:pt x="166" y="93"/>
                      </a:lnTo>
                      <a:lnTo>
                        <a:pt x="163" y="97"/>
                      </a:lnTo>
                      <a:lnTo>
                        <a:pt x="169" y="103"/>
                      </a:lnTo>
                      <a:lnTo>
                        <a:pt x="172" y="98"/>
                      </a:lnTo>
                      <a:lnTo>
                        <a:pt x="177" y="98"/>
                      </a:lnTo>
                      <a:lnTo>
                        <a:pt x="177" y="95"/>
                      </a:lnTo>
                      <a:lnTo>
                        <a:pt x="175" y="95"/>
                      </a:lnTo>
                      <a:lnTo>
                        <a:pt x="171" y="93"/>
                      </a:lnTo>
                      <a:lnTo>
                        <a:pt x="180" y="81"/>
                      </a:lnTo>
                      <a:lnTo>
                        <a:pt x="180" y="98"/>
                      </a:lnTo>
                      <a:lnTo>
                        <a:pt x="183" y="98"/>
                      </a:lnTo>
                      <a:lnTo>
                        <a:pt x="183" y="0"/>
                      </a:lnTo>
                      <a:lnTo>
                        <a:pt x="12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3" name="Freeform 20">
                  <a:extLst>
                    <a:ext uri="{FF2B5EF4-FFF2-40B4-BE49-F238E27FC236}">
                      <a16:creationId xmlns:a16="http://schemas.microsoft.com/office/drawing/2014/main" id="{1B242CA3-251C-49A8-9F8B-3C36D19DAF99}"/>
                    </a:ext>
                  </a:extLst>
                </p:cNvPr>
                <p:cNvSpPr>
                  <a:spLocks/>
                </p:cNvSpPr>
                <p:nvPr/>
              </p:nvSpPr>
              <p:spPr bwMode="grayWhite">
                <a:xfrm>
                  <a:off x="4605" y="2991"/>
                  <a:ext cx="782" cy="553"/>
                </a:xfrm>
                <a:custGeom>
                  <a:avLst/>
                  <a:gdLst>
                    <a:gd name="T0" fmla="*/ 22 w 782"/>
                    <a:gd name="T1" fmla="*/ 145 h 553"/>
                    <a:gd name="T2" fmla="*/ 71 w 782"/>
                    <a:gd name="T3" fmla="*/ 96 h 553"/>
                    <a:gd name="T4" fmla="*/ 101 w 782"/>
                    <a:gd name="T5" fmla="*/ 130 h 553"/>
                    <a:gd name="T6" fmla="*/ 84 w 782"/>
                    <a:gd name="T7" fmla="*/ 128 h 553"/>
                    <a:gd name="T8" fmla="*/ 155 w 782"/>
                    <a:gd name="T9" fmla="*/ 123 h 553"/>
                    <a:gd name="T10" fmla="*/ 172 w 782"/>
                    <a:gd name="T11" fmla="*/ 79 h 553"/>
                    <a:gd name="T12" fmla="*/ 172 w 782"/>
                    <a:gd name="T13" fmla="*/ 89 h 553"/>
                    <a:gd name="T14" fmla="*/ 160 w 782"/>
                    <a:gd name="T15" fmla="*/ 123 h 553"/>
                    <a:gd name="T16" fmla="*/ 216 w 782"/>
                    <a:gd name="T17" fmla="*/ 95 h 553"/>
                    <a:gd name="T18" fmla="*/ 330 w 782"/>
                    <a:gd name="T19" fmla="*/ 16 h 553"/>
                    <a:gd name="T20" fmla="*/ 412 w 782"/>
                    <a:gd name="T21" fmla="*/ 20 h 553"/>
                    <a:gd name="T22" fmla="*/ 503 w 782"/>
                    <a:gd name="T23" fmla="*/ 10 h 553"/>
                    <a:gd name="T24" fmla="*/ 602 w 782"/>
                    <a:gd name="T25" fmla="*/ 51 h 553"/>
                    <a:gd name="T26" fmla="*/ 718 w 782"/>
                    <a:gd name="T27" fmla="*/ 65 h 553"/>
                    <a:gd name="T28" fmla="*/ 775 w 782"/>
                    <a:gd name="T29" fmla="*/ 112 h 553"/>
                    <a:gd name="T30" fmla="*/ 731 w 782"/>
                    <a:gd name="T31" fmla="*/ 148 h 553"/>
                    <a:gd name="T32" fmla="*/ 707 w 782"/>
                    <a:gd name="T33" fmla="*/ 194 h 553"/>
                    <a:gd name="T34" fmla="*/ 678 w 782"/>
                    <a:gd name="T35" fmla="*/ 196 h 553"/>
                    <a:gd name="T36" fmla="*/ 687 w 782"/>
                    <a:gd name="T37" fmla="*/ 132 h 553"/>
                    <a:gd name="T38" fmla="*/ 650 w 782"/>
                    <a:gd name="T39" fmla="*/ 166 h 553"/>
                    <a:gd name="T40" fmla="*/ 623 w 782"/>
                    <a:gd name="T41" fmla="*/ 196 h 553"/>
                    <a:gd name="T42" fmla="*/ 632 w 782"/>
                    <a:gd name="T43" fmla="*/ 228 h 553"/>
                    <a:gd name="T44" fmla="*/ 600 w 782"/>
                    <a:gd name="T45" fmla="*/ 276 h 553"/>
                    <a:gd name="T46" fmla="*/ 605 w 782"/>
                    <a:gd name="T47" fmla="*/ 315 h 553"/>
                    <a:gd name="T48" fmla="*/ 602 w 782"/>
                    <a:gd name="T49" fmla="*/ 296 h 553"/>
                    <a:gd name="T50" fmla="*/ 572 w 782"/>
                    <a:gd name="T51" fmla="*/ 299 h 553"/>
                    <a:gd name="T52" fmla="*/ 594 w 782"/>
                    <a:gd name="T53" fmla="*/ 356 h 553"/>
                    <a:gd name="T54" fmla="*/ 539 w 782"/>
                    <a:gd name="T55" fmla="*/ 423 h 553"/>
                    <a:gd name="T56" fmla="*/ 524 w 782"/>
                    <a:gd name="T57" fmla="*/ 442 h 553"/>
                    <a:gd name="T58" fmla="*/ 504 w 782"/>
                    <a:gd name="T59" fmla="*/ 507 h 553"/>
                    <a:gd name="T60" fmla="*/ 477 w 782"/>
                    <a:gd name="T61" fmla="*/ 508 h 553"/>
                    <a:gd name="T62" fmla="*/ 510 w 782"/>
                    <a:gd name="T63" fmla="*/ 552 h 553"/>
                    <a:gd name="T64" fmla="*/ 455 w 782"/>
                    <a:gd name="T65" fmla="*/ 449 h 553"/>
                    <a:gd name="T66" fmla="*/ 391 w 782"/>
                    <a:gd name="T67" fmla="*/ 428 h 553"/>
                    <a:gd name="T68" fmla="*/ 361 w 782"/>
                    <a:gd name="T69" fmla="*/ 495 h 553"/>
                    <a:gd name="T70" fmla="*/ 338 w 782"/>
                    <a:gd name="T71" fmla="*/ 530 h 553"/>
                    <a:gd name="T72" fmla="*/ 298 w 782"/>
                    <a:gd name="T73" fmla="*/ 425 h 553"/>
                    <a:gd name="T74" fmla="*/ 267 w 782"/>
                    <a:gd name="T75" fmla="*/ 436 h 553"/>
                    <a:gd name="T76" fmla="*/ 241 w 782"/>
                    <a:gd name="T77" fmla="*/ 391 h 553"/>
                    <a:gd name="T78" fmla="*/ 160 w 782"/>
                    <a:gd name="T79" fmla="*/ 366 h 553"/>
                    <a:gd name="T80" fmla="*/ 188 w 782"/>
                    <a:gd name="T81" fmla="*/ 414 h 553"/>
                    <a:gd name="T82" fmla="*/ 167 w 782"/>
                    <a:gd name="T83" fmla="*/ 445 h 553"/>
                    <a:gd name="T84" fmla="*/ 136 w 782"/>
                    <a:gd name="T85" fmla="*/ 434 h 553"/>
                    <a:gd name="T86" fmla="*/ 85 w 782"/>
                    <a:gd name="T87" fmla="*/ 355 h 553"/>
                    <a:gd name="T88" fmla="*/ 106 w 782"/>
                    <a:gd name="T89" fmla="*/ 310 h 553"/>
                    <a:gd name="T90" fmla="*/ 119 w 782"/>
                    <a:gd name="T91" fmla="*/ 276 h 553"/>
                    <a:gd name="T92" fmla="*/ 106 w 782"/>
                    <a:gd name="T93" fmla="*/ 162 h 553"/>
                    <a:gd name="T94" fmla="*/ 61 w 782"/>
                    <a:gd name="T95" fmla="*/ 138 h 553"/>
                    <a:gd name="T96" fmla="*/ 39 w 782"/>
                    <a:gd name="T97" fmla="*/ 150 h 553"/>
                    <a:gd name="T98" fmla="*/ 0 w 782"/>
                    <a:gd name="T99" fmla="*/ 162 h 55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82" h="553">
                      <a:moveTo>
                        <a:pt x="0" y="162"/>
                      </a:moveTo>
                      <a:lnTo>
                        <a:pt x="22" y="145"/>
                      </a:lnTo>
                      <a:lnTo>
                        <a:pt x="44" y="112"/>
                      </a:lnTo>
                      <a:lnTo>
                        <a:pt x="71" y="96"/>
                      </a:lnTo>
                      <a:lnTo>
                        <a:pt x="98" y="115"/>
                      </a:lnTo>
                      <a:lnTo>
                        <a:pt x="101" y="130"/>
                      </a:lnTo>
                      <a:lnTo>
                        <a:pt x="95" y="130"/>
                      </a:lnTo>
                      <a:lnTo>
                        <a:pt x="84" y="128"/>
                      </a:lnTo>
                      <a:lnTo>
                        <a:pt x="98" y="145"/>
                      </a:lnTo>
                      <a:lnTo>
                        <a:pt x="155" y="123"/>
                      </a:lnTo>
                      <a:lnTo>
                        <a:pt x="147" y="107"/>
                      </a:lnTo>
                      <a:lnTo>
                        <a:pt x="172" y="79"/>
                      </a:lnTo>
                      <a:lnTo>
                        <a:pt x="188" y="79"/>
                      </a:lnTo>
                      <a:lnTo>
                        <a:pt x="172" y="89"/>
                      </a:lnTo>
                      <a:lnTo>
                        <a:pt x="160" y="109"/>
                      </a:lnTo>
                      <a:lnTo>
                        <a:pt x="160" y="123"/>
                      </a:lnTo>
                      <a:lnTo>
                        <a:pt x="183" y="138"/>
                      </a:lnTo>
                      <a:lnTo>
                        <a:pt x="216" y="95"/>
                      </a:lnTo>
                      <a:lnTo>
                        <a:pt x="330" y="45"/>
                      </a:lnTo>
                      <a:lnTo>
                        <a:pt x="330" y="16"/>
                      </a:lnTo>
                      <a:lnTo>
                        <a:pt x="382" y="5"/>
                      </a:lnTo>
                      <a:lnTo>
                        <a:pt x="412" y="20"/>
                      </a:lnTo>
                      <a:lnTo>
                        <a:pt x="481" y="0"/>
                      </a:lnTo>
                      <a:lnTo>
                        <a:pt x="503" y="10"/>
                      </a:lnTo>
                      <a:lnTo>
                        <a:pt x="549" y="61"/>
                      </a:lnTo>
                      <a:lnTo>
                        <a:pt x="602" y="51"/>
                      </a:lnTo>
                      <a:lnTo>
                        <a:pt x="635" y="69"/>
                      </a:lnTo>
                      <a:lnTo>
                        <a:pt x="718" y="65"/>
                      </a:lnTo>
                      <a:lnTo>
                        <a:pt x="781" y="84"/>
                      </a:lnTo>
                      <a:lnTo>
                        <a:pt x="775" y="112"/>
                      </a:lnTo>
                      <a:lnTo>
                        <a:pt x="722" y="130"/>
                      </a:lnTo>
                      <a:lnTo>
                        <a:pt x="731" y="148"/>
                      </a:lnTo>
                      <a:lnTo>
                        <a:pt x="708" y="158"/>
                      </a:lnTo>
                      <a:lnTo>
                        <a:pt x="707" y="194"/>
                      </a:lnTo>
                      <a:lnTo>
                        <a:pt x="686" y="218"/>
                      </a:lnTo>
                      <a:lnTo>
                        <a:pt x="678" y="196"/>
                      </a:lnTo>
                      <a:lnTo>
                        <a:pt x="689" y="175"/>
                      </a:lnTo>
                      <a:lnTo>
                        <a:pt x="687" y="132"/>
                      </a:lnTo>
                      <a:lnTo>
                        <a:pt x="666" y="154"/>
                      </a:lnTo>
                      <a:lnTo>
                        <a:pt x="650" y="166"/>
                      </a:lnTo>
                      <a:lnTo>
                        <a:pt x="634" y="147"/>
                      </a:lnTo>
                      <a:lnTo>
                        <a:pt x="623" y="196"/>
                      </a:lnTo>
                      <a:lnTo>
                        <a:pt x="635" y="196"/>
                      </a:lnTo>
                      <a:lnTo>
                        <a:pt x="632" y="228"/>
                      </a:lnTo>
                      <a:lnTo>
                        <a:pt x="618" y="263"/>
                      </a:lnTo>
                      <a:lnTo>
                        <a:pt x="600" y="276"/>
                      </a:lnTo>
                      <a:lnTo>
                        <a:pt x="615" y="299"/>
                      </a:lnTo>
                      <a:lnTo>
                        <a:pt x="605" y="315"/>
                      </a:lnTo>
                      <a:lnTo>
                        <a:pt x="602" y="301"/>
                      </a:lnTo>
                      <a:lnTo>
                        <a:pt x="602" y="296"/>
                      </a:lnTo>
                      <a:lnTo>
                        <a:pt x="590" y="288"/>
                      </a:lnTo>
                      <a:lnTo>
                        <a:pt x="572" y="299"/>
                      </a:lnTo>
                      <a:lnTo>
                        <a:pt x="588" y="337"/>
                      </a:lnTo>
                      <a:lnTo>
                        <a:pt x="594" y="356"/>
                      </a:lnTo>
                      <a:lnTo>
                        <a:pt x="574" y="408"/>
                      </a:lnTo>
                      <a:lnTo>
                        <a:pt x="539" y="423"/>
                      </a:lnTo>
                      <a:lnTo>
                        <a:pt x="509" y="420"/>
                      </a:lnTo>
                      <a:lnTo>
                        <a:pt x="524" y="442"/>
                      </a:lnTo>
                      <a:lnTo>
                        <a:pt x="525" y="472"/>
                      </a:lnTo>
                      <a:lnTo>
                        <a:pt x="504" y="507"/>
                      </a:lnTo>
                      <a:lnTo>
                        <a:pt x="480" y="488"/>
                      </a:lnTo>
                      <a:lnTo>
                        <a:pt x="477" y="508"/>
                      </a:lnTo>
                      <a:lnTo>
                        <a:pt x="495" y="526"/>
                      </a:lnTo>
                      <a:lnTo>
                        <a:pt x="510" y="552"/>
                      </a:lnTo>
                      <a:lnTo>
                        <a:pt x="485" y="536"/>
                      </a:lnTo>
                      <a:lnTo>
                        <a:pt x="455" y="449"/>
                      </a:lnTo>
                      <a:lnTo>
                        <a:pt x="418" y="426"/>
                      </a:lnTo>
                      <a:lnTo>
                        <a:pt x="391" y="428"/>
                      </a:lnTo>
                      <a:lnTo>
                        <a:pt x="356" y="477"/>
                      </a:lnTo>
                      <a:lnTo>
                        <a:pt x="361" y="495"/>
                      </a:lnTo>
                      <a:lnTo>
                        <a:pt x="349" y="530"/>
                      </a:lnTo>
                      <a:lnTo>
                        <a:pt x="338" y="530"/>
                      </a:lnTo>
                      <a:lnTo>
                        <a:pt x="298" y="457"/>
                      </a:lnTo>
                      <a:lnTo>
                        <a:pt x="298" y="425"/>
                      </a:lnTo>
                      <a:lnTo>
                        <a:pt x="290" y="437"/>
                      </a:lnTo>
                      <a:lnTo>
                        <a:pt x="267" y="436"/>
                      </a:lnTo>
                      <a:lnTo>
                        <a:pt x="276" y="416"/>
                      </a:lnTo>
                      <a:lnTo>
                        <a:pt x="241" y="391"/>
                      </a:lnTo>
                      <a:lnTo>
                        <a:pt x="197" y="391"/>
                      </a:lnTo>
                      <a:lnTo>
                        <a:pt x="160" y="366"/>
                      </a:lnTo>
                      <a:lnTo>
                        <a:pt x="157" y="391"/>
                      </a:lnTo>
                      <a:lnTo>
                        <a:pt x="188" y="414"/>
                      </a:lnTo>
                      <a:lnTo>
                        <a:pt x="199" y="414"/>
                      </a:lnTo>
                      <a:lnTo>
                        <a:pt x="167" y="445"/>
                      </a:lnTo>
                      <a:lnTo>
                        <a:pt x="136" y="452"/>
                      </a:lnTo>
                      <a:lnTo>
                        <a:pt x="136" y="434"/>
                      </a:lnTo>
                      <a:lnTo>
                        <a:pt x="91" y="372"/>
                      </a:lnTo>
                      <a:lnTo>
                        <a:pt x="85" y="355"/>
                      </a:lnTo>
                      <a:lnTo>
                        <a:pt x="109" y="335"/>
                      </a:lnTo>
                      <a:lnTo>
                        <a:pt x="106" y="310"/>
                      </a:lnTo>
                      <a:lnTo>
                        <a:pt x="106" y="282"/>
                      </a:lnTo>
                      <a:lnTo>
                        <a:pt x="119" y="276"/>
                      </a:lnTo>
                      <a:lnTo>
                        <a:pt x="106" y="263"/>
                      </a:lnTo>
                      <a:lnTo>
                        <a:pt x="106" y="162"/>
                      </a:lnTo>
                      <a:lnTo>
                        <a:pt x="43" y="162"/>
                      </a:lnTo>
                      <a:lnTo>
                        <a:pt x="61" y="138"/>
                      </a:lnTo>
                      <a:lnTo>
                        <a:pt x="60" y="130"/>
                      </a:lnTo>
                      <a:lnTo>
                        <a:pt x="39" y="150"/>
                      </a:lnTo>
                      <a:lnTo>
                        <a:pt x="32" y="162"/>
                      </a:lnTo>
                      <a:lnTo>
                        <a:pt x="0" y="16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4" name="Freeform 21">
                  <a:extLst>
                    <a:ext uri="{FF2B5EF4-FFF2-40B4-BE49-F238E27FC236}">
                      <a16:creationId xmlns:a16="http://schemas.microsoft.com/office/drawing/2014/main" id="{934A00C5-C8F2-4AB7-9F6D-983AF931C1BD}"/>
                    </a:ext>
                  </a:extLst>
                </p:cNvPr>
                <p:cNvSpPr>
                  <a:spLocks/>
                </p:cNvSpPr>
                <p:nvPr/>
              </p:nvSpPr>
              <p:spPr bwMode="grayWhite">
                <a:xfrm>
                  <a:off x="5221" y="3217"/>
                  <a:ext cx="68" cy="113"/>
                </a:xfrm>
                <a:custGeom>
                  <a:avLst/>
                  <a:gdLst>
                    <a:gd name="T0" fmla="*/ 45 w 68"/>
                    <a:gd name="T1" fmla="*/ 0 h 113"/>
                    <a:gd name="T2" fmla="*/ 45 w 68"/>
                    <a:gd name="T3" fmla="*/ 14 h 113"/>
                    <a:gd name="T4" fmla="*/ 39 w 68"/>
                    <a:gd name="T5" fmla="*/ 23 h 113"/>
                    <a:gd name="T6" fmla="*/ 41 w 68"/>
                    <a:gd name="T7" fmla="*/ 38 h 113"/>
                    <a:gd name="T8" fmla="*/ 33 w 68"/>
                    <a:gd name="T9" fmla="*/ 58 h 113"/>
                    <a:gd name="T10" fmla="*/ 22 w 68"/>
                    <a:gd name="T11" fmla="*/ 77 h 113"/>
                    <a:gd name="T12" fmla="*/ 5 w 68"/>
                    <a:gd name="T13" fmla="*/ 89 h 113"/>
                    <a:gd name="T14" fmla="*/ 0 w 68"/>
                    <a:gd name="T15" fmla="*/ 110 h 113"/>
                    <a:gd name="T16" fmla="*/ 7 w 68"/>
                    <a:gd name="T17" fmla="*/ 112 h 113"/>
                    <a:gd name="T18" fmla="*/ 7 w 68"/>
                    <a:gd name="T19" fmla="*/ 92 h 113"/>
                    <a:gd name="T20" fmla="*/ 31 w 68"/>
                    <a:gd name="T21" fmla="*/ 91 h 113"/>
                    <a:gd name="T22" fmla="*/ 49 w 68"/>
                    <a:gd name="T23" fmla="*/ 78 h 113"/>
                    <a:gd name="T24" fmla="*/ 49 w 68"/>
                    <a:gd name="T25" fmla="*/ 51 h 113"/>
                    <a:gd name="T26" fmla="*/ 55 w 68"/>
                    <a:gd name="T27" fmla="*/ 41 h 113"/>
                    <a:gd name="T28" fmla="*/ 46 w 68"/>
                    <a:gd name="T29" fmla="*/ 24 h 113"/>
                    <a:gd name="T30" fmla="*/ 59 w 68"/>
                    <a:gd name="T31" fmla="*/ 19 h 113"/>
                    <a:gd name="T32" fmla="*/ 67 w 68"/>
                    <a:gd name="T33" fmla="*/ 5 h 113"/>
                    <a:gd name="T34" fmla="*/ 49 w 68"/>
                    <a:gd name="T35" fmla="*/ 7 h 113"/>
                    <a:gd name="T36" fmla="*/ 45 w 68"/>
                    <a:gd name="T37" fmla="*/ 0 h 1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8" h="113">
                      <a:moveTo>
                        <a:pt x="45" y="0"/>
                      </a:moveTo>
                      <a:lnTo>
                        <a:pt x="45" y="14"/>
                      </a:lnTo>
                      <a:lnTo>
                        <a:pt x="39" y="23"/>
                      </a:lnTo>
                      <a:lnTo>
                        <a:pt x="41" y="38"/>
                      </a:lnTo>
                      <a:lnTo>
                        <a:pt x="33" y="58"/>
                      </a:lnTo>
                      <a:lnTo>
                        <a:pt x="22" y="77"/>
                      </a:lnTo>
                      <a:lnTo>
                        <a:pt x="5" y="89"/>
                      </a:lnTo>
                      <a:lnTo>
                        <a:pt x="0" y="110"/>
                      </a:lnTo>
                      <a:lnTo>
                        <a:pt x="7" y="112"/>
                      </a:lnTo>
                      <a:lnTo>
                        <a:pt x="7" y="92"/>
                      </a:lnTo>
                      <a:lnTo>
                        <a:pt x="31" y="91"/>
                      </a:lnTo>
                      <a:lnTo>
                        <a:pt x="49" y="78"/>
                      </a:lnTo>
                      <a:lnTo>
                        <a:pt x="49" y="51"/>
                      </a:lnTo>
                      <a:lnTo>
                        <a:pt x="55" y="41"/>
                      </a:lnTo>
                      <a:lnTo>
                        <a:pt x="46" y="24"/>
                      </a:lnTo>
                      <a:lnTo>
                        <a:pt x="59" y="19"/>
                      </a:lnTo>
                      <a:lnTo>
                        <a:pt x="67" y="5"/>
                      </a:lnTo>
                      <a:lnTo>
                        <a:pt x="49" y="7"/>
                      </a:lnTo>
                      <a:lnTo>
                        <a:pt x="45"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 name="Freeform 22">
                  <a:extLst>
                    <a:ext uri="{FF2B5EF4-FFF2-40B4-BE49-F238E27FC236}">
                      <a16:creationId xmlns:a16="http://schemas.microsoft.com/office/drawing/2014/main" id="{56A807CD-D73B-4E85-BD9C-E48E63EFE8A6}"/>
                    </a:ext>
                  </a:extLst>
                </p:cNvPr>
                <p:cNvSpPr>
                  <a:spLocks/>
                </p:cNvSpPr>
                <p:nvPr/>
              </p:nvSpPr>
              <p:spPr bwMode="grayWhite">
                <a:xfrm>
                  <a:off x="4967" y="3518"/>
                  <a:ext cx="17" cy="26"/>
                </a:xfrm>
                <a:custGeom>
                  <a:avLst/>
                  <a:gdLst>
                    <a:gd name="T0" fmla="*/ 8 w 17"/>
                    <a:gd name="T1" fmla="*/ 0 h 26"/>
                    <a:gd name="T2" fmla="*/ 0 w 17"/>
                    <a:gd name="T3" fmla="*/ 11 h 26"/>
                    <a:gd name="T4" fmla="*/ 5 w 17"/>
                    <a:gd name="T5" fmla="*/ 25 h 26"/>
                    <a:gd name="T6" fmla="*/ 16 w 17"/>
                    <a:gd name="T7" fmla="*/ 15 h 26"/>
                    <a:gd name="T8" fmla="*/ 8 w 17"/>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6">
                      <a:moveTo>
                        <a:pt x="8" y="0"/>
                      </a:moveTo>
                      <a:lnTo>
                        <a:pt x="0" y="11"/>
                      </a:lnTo>
                      <a:lnTo>
                        <a:pt x="5" y="25"/>
                      </a:lnTo>
                      <a:lnTo>
                        <a:pt x="16" y="15"/>
                      </a:lnTo>
                      <a:lnTo>
                        <a:pt x="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Freeform 23">
                  <a:extLst>
                    <a:ext uri="{FF2B5EF4-FFF2-40B4-BE49-F238E27FC236}">
                      <a16:creationId xmlns:a16="http://schemas.microsoft.com/office/drawing/2014/main" id="{E7FCF25E-43F2-47F9-84CA-88DA94BC6C90}"/>
                    </a:ext>
                  </a:extLst>
                </p:cNvPr>
                <p:cNvSpPr>
                  <a:spLocks/>
                </p:cNvSpPr>
                <p:nvPr/>
              </p:nvSpPr>
              <p:spPr bwMode="grayWhite">
                <a:xfrm>
                  <a:off x="5069" y="3545"/>
                  <a:ext cx="158" cy="68"/>
                </a:xfrm>
                <a:custGeom>
                  <a:avLst/>
                  <a:gdLst>
                    <a:gd name="T0" fmla="*/ 0 w 158"/>
                    <a:gd name="T1" fmla="*/ 0 h 68"/>
                    <a:gd name="T2" fmla="*/ 23 w 158"/>
                    <a:gd name="T3" fmla="*/ 5 h 68"/>
                    <a:gd name="T4" fmla="*/ 58 w 158"/>
                    <a:gd name="T5" fmla="*/ 29 h 68"/>
                    <a:gd name="T6" fmla="*/ 53 w 158"/>
                    <a:gd name="T7" fmla="*/ 43 h 68"/>
                    <a:gd name="T8" fmla="*/ 82 w 158"/>
                    <a:gd name="T9" fmla="*/ 55 h 68"/>
                    <a:gd name="T10" fmla="*/ 157 w 158"/>
                    <a:gd name="T11" fmla="*/ 55 h 68"/>
                    <a:gd name="T12" fmla="*/ 75 w 158"/>
                    <a:gd name="T13" fmla="*/ 67 h 68"/>
                    <a:gd name="T14" fmla="*/ 53 w 158"/>
                    <a:gd name="T15" fmla="*/ 43 h 68"/>
                    <a:gd name="T16" fmla="*/ 32 w 158"/>
                    <a:gd name="T17" fmla="*/ 38 h 68"/>
                    <a:gd name="T18" fmla="*/ 0 w 158"/>
                    <a:gd name="T19" fmla="*/ 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8" h="68">
                      <a:moveTo>
                        <a:pt x="0" y="0"/>
                      </a:moveTo>
                      <a:lnTo>
                        <a:pt x="23" y="5"/>
                      </a:lnTo>
                      <a:lnTo>
                        <a:pt x="58" y="29"/>
                      </a:lnTo>
                      <a:lnTo>
                        <a:pt x="53" y="43"/>
                      </a:lnTo>
                      <a:lnTo>
                        <a:pt x="82" y="55"/>
                      </a:lnTo>
                      <a:lnTo>
                        <a:pt x="157" y="55"/>
                      </a:lnTo>
                      <a:lnTo>
                        <a:pt x="75" y="67"/>
                      </a:lnTo>
                      <a:lnTo>
                        <a:pt x="53" y="43"/>
                      </a:lnTo>
                      <a:lnTo>
                        <a:pt x="32" y="38"/>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7" name="Freeform 24">
                  <a:extLst>
                    <a:ext uri="{FF2B5EF4-FFF2-40B4-BE49-F238E27FC236}">
                      <a16:creationId xmlns:a16="http://schemas.microsoft.com/office/drawing/2014/main" id="{941BF1B0-B0FC-4B26-87D2-8E92F0B923BB}"/>
                    </a:ext>
                  </a:extLst>
                </p:cNvPr>
                <p:cNvSpPr>
                  <a:spLocks/>
                </p:cNvSpPr>
                <p:nvPr/>
              </p:nvSpPr>
              <p:spPr bwMode="grayWhite">
                <a:xfrm>
                  <a:off x="5195" y="3601"/>
                  <a:ext cx="169" cy="159"/>
                </a:xfrm>
                <a:custGeom>
                  <a:avLst/>
                  <a:gdLst>
                    <a:gd name="T0" fmla="*/ 135 w 169"/>
                    <a:gd name="T1" fmla="*/ 155 h 159"/>
                    <a:gd name="T2" fmla="*/ 127 w 169"/>
                    <a:gd name="T3" fmla="*/ 152 h 159"/>
                    <a:gd name="T4" fmla="*/ 110 w 169"/>
                    <a:gd name="T5" fmla="*/ 134 h 159"/>
                    <a:gd name="T6" fmla="*/ 92 w 169"/>
                    <a:gd name="T7" fmla="*/ 130 h 159"/>
                    <a:gd name="T8" fmla="*/ 88 w 169"/>
                    <a:gd name="T9" fmla="*/ 119 h 159"/>
                    <a:gd name="T10" fmla="*/ 78 w 169"/>
                    <a:gd name="T11" fmla="*/ 111 h 159"/>
                    <a:gd name="T12" fmla="*/ 62 w 169"/>
                    <a:gd name="T13" fmla="*/ 111 h 159"/>
                    <a:gd name="T14" fmla="*/ 44 w 169"/>
                    <a:gd name="T15" fmla="*/ 118 h 159"/>
                    <a:gd name="T16" fmla="*/ 28 w 169"/>
                    <a:gd name="T17" fmla="*/ 121 h 159"/>
                    <a:gd name="T18" fmla="*/ 10 w 169"/>
                    <a:gd name="T19" fmla="*/ 121 h 159"/>
                    <a:gd name="T20" fmla="*/ 10 w 169"/>
                    <a:gd name="T21" fmla="*/ 109 h 159"/>
                    <a:gd name="T22" fmla="*/ 3 w 169"/>
                    <a:gd name="T23" fmla="*/ 91 h 159"/>
                    <a:gd name="T24" fmla="*/ 2 w 169"/>
                    <a:gd name="T25" fmla="*/ 81 h 159"/>
                    <a:gd name="T26" fmla="*/ 2 w 169"/>
                    <a:gd name="T27" fmla="*/ 56 h 159"/>
                    <a:gd name="T28" fmla="*/ 31 w 169"/>
                    <a:gd name="T29" fmla="*/ 43 h 159"/>
                    <a:gd name="T30" fmla="*/ 34 w 169"/>
                    <a:gd name="T31" fmla="*/ 29 h 159"/>
                    <a:gd name="T32" fmla="*/ 40 w 169"/>
                    <a:gd name="T33" fmla="*/ 30 h 159"/>
                    <a:gd name="T34" fmla="*/ 55 w 169"/>
                    <a:gd name="T35" fmla="*/ 15 h 159"/>
                    <a:gd name="T36" fmla="*/ 70 w 169"/>
                    <a:gd name="T37" fmla="*/ 17 h 159"/>
                    <a:gd name="T38" fmla="*/ 80 w 169"/>
                    <a:gd name="T39" fmla="*/ 7 h 159"/>
                    <a:gd name="T40" fmla="*/ 89 w 169"/>
                    <a:gd name="T41" fmla="*/ 5 h 159"/>
                    <a:gd name="T42" fmla="*/ 103 w 169"/>
                    <a:gd name="T43" fmla="*/ 24 h 159"/>
                    <a:gd name="T44" fmla="*/ 116 w 169"/>
                    <a:gd name="T45" fmla="*/ 30 h 159"/>
                    <a:gd name="T46" fmla="*/ 117 w 169"/>
                    <a:gd name="T47" fmla="*/ 11 h 159"/>
                    <a:gd name="T48" fmla="*/ 122 w 169"/>
                    <a:gd name="T49" fmla="*/ 0 h 159"/>
                    <a:gd name="T50" fmla="*/ 132 w 169"/>
                    <a:gd name="T51" fmla="*/ 15 h 159"/>
                    <a:gd name="T52" fmla="*/ 140 w 169"/>
                    <a:gd name="T53" fmla="*/ 43 h 159"/>
                    <a:gd name="T54" fmla="*/ 156 w 169"/>
                    <a:gd name="T55" fmla="*/ 59 h 159"/>
                    <a:gd name="T56" fmla="*/ 165 w 169"/>
                    <a:gd name="T57" fmla="*/ 72 h 159"/>
                    <a:gd name="T58" fmla="*/ 168 w 169"/>
                    <a:gd name="T59" fmla="*/ 95 h 159"/>
                    <a:gd name="T60" fmla="*/ 157 w 169"/>
                    <a:gd name="T61" fmla="*/ 121 h 159"/>
                    <a:gd name="T62" fmla="*/ 155 w 169"/>
                    <a:gd name="T63" fmla="*/ 145 h 159"/>
                    <a:gd name="T64" fmla="*/ 140 w 169"/>
                    <a:gd name="T65" fmla="*/ 154 h 1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9" h="159">
                      <a:moveTo>
                        <a:pt x="140" y="154"/>
                      </a:moveTo>
                      <a:lnTo>
                        <a:pt x="135" y="155"/>
                      </a:lnTo>
                      <a:lnTo>
                        <a:pt x="132" y="158"/>
                      </a:lnTo>
                      <a:lnTo>
                        <a:pt x="127" y="152"/>
                      </a:lnTo>
                      <a:lnTo>
                        <a:pt x="112" y="145"/>
                      </a:lnTo>
                      <a:lnTo>
                        <a:pt x="110" y="134"/>
                      </a:lnTo>
                      <a:lnTo>
                        <a:pt x="105" y="130"/>
                      </a:lnTo>
                      <a:lnTo>
                        <a:pt x="92" y="130"/>
                      </a:lnTo>
                      <a:lnTo>
                        <a:pt x="92" y="122"/>
                      </a:lnTo>
                      <a:lnTo>
                        <a:pt x="88" y="119"/>
                      </a:lnTo>
                      <a:lnTo>
                        <a:pt x="87" y="112"/>
                      </a:lnTo>
                      <a:lnTo>
                        <a:pt x="78" y="111"/>
                      </a:lnTo>
                      <a:lnTo>
                        <a:pt x="70" y="109"/>
                      </a:lnTo>
                      <a:lnTo>
                        <a:pt x="62" y="111"/>
                      </a:lnTo>
                      <a:lnTo>
                        <a:pt x="62" y="112"/>
                      </a:lnTo>
                      <a:lnTo>
                        <a:pt x="44" y="118"/>
                      </a:lnTo>
                      <a:lnTo>
                        <a:pt x="44" y="121"/>
                      </a:lnTo>
                      <a:lnTo>
                        <a:pt x="28" y="121"/>
                      </a:lnTo>
                      <a:lnTo>
                        <a:pt x="20" y="126"/>
                      </a:lnTo>
                      <a:lnTo>
                        <a:pt x="10" y="121"/>
                      </a:lnTo>
                      <a:lnTo>
                        <a:pt x="10" y="119"/>
                      </a:lnTo>
                      <a:lnTo>
                        <a:pt x="10" y="109"/>
                      </a:lnTo>
                      <a:lnTo>
                        <a:pt x="7" y="99"/>
                      </a:lnTo>
                      <a:lnTo>
                        <a:pt x="3" y="91"/>
                      </a:lnTo>
                      <a:lnTo>
                        <a:pt x="5" y="84"/>
                      </a:lnTo>
                      <a:lnTo>
                        <a:pt x="2" y="81"/>
                      </a:lnTo>
                      <a:lnTo>
                        <a:pt x="0" y="66"/>
                      </a:lnTo>
                      <a:lnTo>
                        <a:pt x="2" y="56"/>
                      </a:lnTo>
                      <a:lnTo>
                        <a:pt x="11" y="48"/>
                      </a:lnTo>
                      <a:lnTo>
                        <a:pt x="31" y="43"/>
                      </a:lnTo>
                      <a:lnTo>
                        <a:pt x="36" y="36"/>
                      </a:lnTo>
                      <a:lnTo>
                        <a:pt x="34" y="29"/>
                      </a:lnTo>
                      <a:lnTo>
                        <a:pt x="39" y="27"/>
                      </a:lnTo>
                      <a:lnTo>
                        <a:pt x="40" y="30"/>
                      </a:lnTo>
                      <a:lnTo>
                        <a:pt x="42" y="25"/>
                      </a:lnTo>
                      <a:lnTo>
                        <a:pt x="55" y="15"/>
                      </a:lnTo>
                      <a:lnTo>
                        <a:pt x="62" y="20"/>
                      </a:lnTo>
                      <a:lnTo>
                        <a:pt x="70" y="17"/>
                      </a:lnTo>
                      <a:lnTo>
                        <a:pt x="72" y="9"/>
                      </a:lnTo>
                      <a:lnTo>
                        <a:pt x="80" y="7"/>
                      </a:lnTo>
                      <a:lnTo>
                        <a:pt x="78" y="1"/>
                      </a:lnTo>
                      <a:lnTo>
                        <a:pt x="89" y="5"/>
                      </a:lnTo>
                      <a:lnTo>
                        <a:pt x="98" y="3"/>
                      </a:lnTo>
                      <a:lnTo>
                        <a:pt x="103" y="24"/>
                      </a:lnTo>
                      <a:lnTo>
                        <a:pt x="110" y="30"/>
                      </a:lnTo>
                      <a:lnTo>
                        <a:pt x="116" y="30"/>
                      </a:lnTo>
                      <a:lnTo>
                        <a:pt x="119" y="17"/>
                      </a:lnTo>
                      <a:lnTo>
                        <a:pt x="117" y="11"/>
                      </a:lnTo>
                      <a:lnTo>
                        <a:pt x="119" y="1"/>
                      </a:lnTo>
                      <a:lnTo>
                        <a:pt x="122" y="0"/>
                      </a:lnTo>
                      <a:lnTo>
                        <a:pt x="127" y="12"/>
                      </a:lnTo>
                      <a:lnTo>
                        <a:pt x="132" y="15"/>
                      </a:lnTo>
                      <a:lnTo>
                        <a:pt x="135" y="27"/>
                      </a:lnTo>
                      <a:lnTo>
                        <a:pt x="140" y="43"/>
                      </a:lnTo>
                      <a:lnTo>
                        <a:pt x="147" y="47"/>
                      </a:lnTo>
                      <a:lnTo>
                        <a:pt x="156" y="59"/>
                      </a:lnTo>
                      <a:lnTo>
                        <a:pt x="157" y="65"/>
                      </a:lnTo>
                      <a:lnTo>
                        <a:pt x="165" y="72"/>
                      </a:lnTo>
                      <a:lnTo>
                        <a:pt x="168" y="85"/>
                      </a:lnTo>
                      <a:lnTo>
                        <a:pt x="168" y="95"/>
                      </a:lnTo>
                      <a:lnTo>
                        <a:pt x="165" y="111"/>
                      </a:lnTo>
                      <a:lnTo>
                        <a:pt x="157" y="121"/>
                      </a:lnTo>
                      <a:lnTo>
                        <a:pt x="155" y="134"/>
                      </a:lnTo>
                      <a:lnTo>
                        <a:pt x="155" y="145"/>
                      </a:lnTo>
                      <a:lnTo>
                        <a:pt x="147" y="147"/>
                      </a:lnTo>
                      <a:lnTo>
                        <a:pt x="140" y="15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 name="Freeform 25">
                  <a:extLst>
                    <a:ext uri="{FF2B5EF4-FFF2-40B4-BE49-F238E27FC236}">
                      <a16:creationId xmlns:a16="http://schemas.microsoft.com/office/drawing/2014/main" id="{58386E5A-8831-41BF-A518-267851851837}"/>
                    </a:ext>
                  </a:extLst>
                </p:cNvPr>
                <p:cNvSpPr>
                  <a:spLocks/>
                </p:cNvSpPr>
                <p:nvPr/>
              </p:nvSpPr>
              <p:spPr bwMode="grayWhite">
                <a:xfrm>
                  <a:off x="5330" y="3768"/>
                  <a:ext cx="17" cy="20"/>
                </a:xfrm>
                <a:custGeom>
                  <a:avLst/>
                  <a:gdLst>
                    <a:gd name="T0" fmla="*/ 8 w 17"/>
                    <a:gd name="T1" fmla="*/ 16 h 20"/>
                    <a:gd name="T2" fmla="*/ 2 w 17"/>
                    <a:gd name="T3" fmla="*/ 13 h 20"/>
                    <a:gd name="T4" fmla="*/ 2 w 17"/>
                    <a:gd name="T5" fmla="*/ 10 h 20"/>
                    <a:gd name="T6" fmla="*/ 2 w 17"/>
                    <a:gd name="T7" fmla="*/ 8 h 20"/>
                    <a:gd name="T8" fmla="*/ 1 w 17"/>
                    <a:gd name="T9" fmla="*/ 5 h 20"/>
                    <a:gd name="T10" fmla="*/ 0 w 17"/>
                    <a:gd name="T11" fmla="*/ 0 h 20"/>
                    <a:gd name="T12" fmla="*/ 2 w 17"/>
                    <a:gd name="T13" fmla="*/ 0 h 20"/>
                    <a:gd name="T14" fmla="*/ 8 w 17"/>
                    <a:gd name="T15" fmla="*/ 2 h 20"/>
                    <a:gd name="T16" fmla="*/ 11 w 17"/>
                    <a:gd name="T17" fmla="*/ 2 h 20"/>
                    <a:gd name="T18" fmla="*/ 12 w 17"/>
                    <a:gd name="T19" fmla="*/ 2 h 20"/>
                    <a:gd name="T20" fmla="*/ 16 w 17"/>
                    <a:gd name="T21" fmla="*/ 0 h 20"/>
                    <a:gd name="T22" fmla="*/ 16 w 17"/>
                    <a:gd name="T23" fmla="*/ 8 h 20"/>
                    <a:gd name="T24" fmla="*/ 14 w 17"/>
                    <a:gd name="T25" fmla="*/ 10 h 20"/>
                    <a:gd name="T26" fmla="*/ 12 w 17"/>
                    <a:gd name="T27" fmla="*/ 13 h 20"/>
                    <a:gd name="T28" fmla="*/ 12 w 17"/>
                    <a:gd name="T29" fmla="*/ 16 h 20"/>
                    <a:gd name="T30" fmla="*/ 11 w 17"/>
                    <a:gd name="T31" fmla="*/ 16 h 20"/>
                    <a:gd name="T32" fmla="*/ 11 w 17"/>
                    <a:gd name="T33" fmla="*/ 19 h 20"/>
                    <a:gd name="T34" fmla="*/ 8 w 17"/>
                    <a:gd name="T35" fmla="*/ 16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 h="20">
                      <a:moveTo>
                        <a:pt x="8" y="16"/>
                      </a:moveTo>
                      <a:lnTo>
                        <a:pt x="2" y="13"/>
                      </a:lnTo>
                      <a:lnTo>
                        <a:pt x="2" y="10"/>
                      </a:lnTo>
                      <a:lnTo>
                        <a:pt x="2" y="8"/>
                      </a:lnTo>
                      <a:lnTo>
                        <a:pt x="1" y="5"/>
                      </a:lnTo>
                      <a:lnTo>
                        <a:pt x="0" y="0"/>
                      </a:lnTo>
                      <a:lnTo>
                        <a:pt x="2" y="0"/>
                      </a:lnTo>
                      <a:lnTo>
                        <a:pt x="8" y="2"/>
                      </a:lnTo>
                      <a:lnTo>
                        <a:pt x="11" y="2"/>
                      </a:lnTo>
                      <a:lnTo>
                        <a:pt x="12" y="2"/>
                      </a:lnTo>
                      <a:lnTo>
                        <a:pt x="16" y="0"/>
                      </a:lnTo>
                      <a:lnTo>
                        <a:pt x="16" y="8"/>
                      </a:lnTo>
                      <a:lnTo>
                        <a:pt x="14" y="10"/>
                      </a:lnTo>
                      <a:lnTo>
                        <a:pt x="12" y="13"/>
                      </a:lnTo>
                      <a:lnTo>
                        <a:pt x="12" y="16"/>
                      </a:lnTo>
                      <a:lnTo>
                        <a:pt x="11" y="16"/>
                      </a:lnTo>
                      <a:lnTo>
                        <a:pt x="11" y="19"/>
                      </a:lnTo>
                      <a:lnTo>
                        <a:pt x="8" y="1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9" name="Freeform 26">
                  <a:extLst>
                    <a:ext uri="{FF2B5EF4-FFF2-40B4-BE49-F238E27FC236}">
                      <a16:creationId xmlns:a16="http://schemas.microsoft.com/office/drawing/2014/main" id="{42A36C76-0897-4DBC-8C24-F1DE13438B11}"/>
                    </a:ext>
                  </a:extLst>
                </p:cNvPr>
                <p:cNvSpPr>
                  <a:spLocks/>
                </p:cNvSpPr>
                <p:nvPr/>
              </p:nvSpPr>
              <p:spPr bwMode="grayWhite">
                <a:xfrm>
                  <a:off x="4739" y="3587"/>
                  <a:ext cx="19" cy="76"/>
                </a:xfrm>
                <a:custGeom>
                  <a:avLst/>
                  <a:gdLst>
                    <a:gd name="T0" fmla="*/ 2 w 19"/>
                    <a:gd name="T1" fmla="*/ 26 h 76"/>
                    <a:gd name="T2" fmla="*/ 9 w 19"/>
                    <a:gd name="T3" fmla="*/ 20 h 76"/>
                    <a:gd name="T4" fmla="*/ 14 w 19"/>
                    <a:gd name="T5" fmla="*/ 0 h 76"/>
                    <a:gd name="T6" fmla="*/ 18 w 19"/>
                    <a:gd name="T7" fmla="*/ 30 h 76"/>
                    <a:gd name="T8" fmla="*/ 12 w 19"/>
                    <a:gd name="T9" fmla="*/ 67 h 76"/>
                    <a:gd name="T10" fmla="*/ 0 w 19"/>
                    <a:gd name="T11" fmla="*/ 75 h 76"/>
                    <a:gd name="T12" fmla="*/ 0 w 19"/>
                    <a:gd name="T13" fmla="*/ 57 h 76"/>
                    <a:gd name="T14" fmla="*/ 3 w 19"/>
                    <a:gd name="T15" fmla="*/ 45 h 76"/>
                    <a:gd name="T16" fmla="*/ 2 w 19"/>
                    <a:gd name="T17" fmla="*/ 26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 h="76">
                      <a:moveTo>
                        <a:pt x="2" y="26"/>
                      </a:moveTo>
                      <a:lnTo>
                        <a:pt x="9" y="20"/>
                      </a:lnTo>
                      <a:lnTo>
                        <a:pt x="14" y="0"/>
                      </a:lnTo>
                      <a:lnTo>
                        <a:pt x="18" y="30"/>
                      </a:lnTo>
                      <a:lnTo>
                        <a:pt x="12" y="67"/>
                      </a:lnTo>
                      <a:lnTo>
                        <a:pt x="0" y="75"/>
                      </a:lnTo>
                      <a:lnTo>
                        <a:pt x="0" y="57"/>
                      </a:lnTo>
                      <a:lnTo>
                        <a:pt x="3" y="45"/>
                      </a:lnTo>
                      <a:lnTo>
                        <a:pt x="2" y="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1027" name="Rectangle 30">
            <a:extLst>
              <a:ext uri="{FF2B5EF4-FFF2-40B4-BE49-F238E27FC236}">
                <a16:creationId xmlns:a16="http://schemas.microsoft.com/office/drawing/2014/main" id="{0C33E6C5-337F-4255-A1DA-43C86CD19DD8}"/>
              </a:ext>
            </a:extLst>
          </p:cNvPr>
          <p:cNvSpPr>
            <a:spLocks noGrp="1" noChangeArrowheads="1"/>
          </p:cNvSpPr>
          <p:nvPr>
            <p:ph type="title"/>
          </p:nvPr>
        </p:nvSpPr>
        <p:spPr bwMode="auto">
          <a:xfrm>
            <a:off x="685800" y="2857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8" name="Rectangle 31">
            <a:extLst>
              <a:ext uri="{FF2B5EF4-FFF2-40B4-BE49-F238E27FC236}">
                <a16:creationId xmlns:a16="http://schemas.microsoft.com/office/drawing/2014/main" id="{7299F587-A84B-44B9-8C48-AC1437FF5217}"/>
              </a:ext>
            </a:extLst>
          </p:cNvPr>
          <p:cNvSpPr>
            <a:spLocks noGrp="1" noChangeArrowheads="1"/>
          </p:cNvSpPr>
          <p:nvPr>
            <p:ph type="body" idx="1"/>
          </p:nvPr>
        </p:nvSpPr>
        <p:spPr bwMode="auto">
          <a:xfrm>
            <a:off x="685800" y="165735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56" name="Rectangle 32">
            <a:extLst>
              <a:ext uri="{FF2B5EF4-FFF2-40B4-BE49-F238E27FC236}">
                <a16:creationId xmlns:a16="http://schemas.microsoft.com/office/drawing/2014/main" id="{039852B9-9585-4786-86B9-2B6A70406C43}"/>
              </a:ext>
            </a:extLst>
          </p:cNvPr>
          <p:cNvSpPr>
            <a:spLocks noGrp="1" noChangeArrowheads="1"/>
          </p:cNvSpPr>
          <p:nvPr>
            <p:ph type="dt" sz="half" idx="2"/>
          </p:nvPr>
        </p:nvSpPr>
        <p:spPr bwMode="auto">
          <a:xfrm>
            <a:off x="685800" y="6400800"/>
            <a:ext cx="19050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defRPr sz="1400"/>
            </a:lvl1pPr>
          </a:lstStyle>
          <a:p>
            <a:pPr>
              <a:defRPr/>
            </a:pPr>
            <a:endParaRPr lang="en-US"/>
          </a:p>
        </p:txBody>
      </p:sp>
      <p:sp>
        <p:nvSpPr>
          <p:cNvPr id="1058" name="Rectangle 34">
            <a:extLst>
              <a:ext uri="{FF2B5EF4-FFF2-40B4-BE49-F238E27FC236}">
                <a16:creationId xmlns:a16="http://schemas.microsoft.com/office/drawing/2014/main" id="{121C8707-69C6-4ACD-BD95-09F063A7B008}"/>
              </a:ext>
            </a:extLst>
          </p:cNvPr>
          <p:cNvSpPr>
            <a:spLocks noGrp="1" noChangeArrowheads="1"/>
          </p:cNvSpPr>
          <p:nvPr>
            <p:ph type="sldNum" sz="quarter" idx="4"/>
          </p:nvPr>
        </p:nvSpPr>
        <p:spPr bwMode="auto">
          <a:xfrm>
            <a:off x="6553200" y="6399213"/>
            <a:ext cx="19050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lgn="r">
              <a:defRPr sz="1400"/>
            </a:lvl1pPr>
          </a:lstStyle>
          <a:p>
            <a:fld id="{B0F99221-BA75-4472-9273-20EF3F2DB7BE}" type="slidenum">
              <a:rPr lang="en-US" altLang="en-US" smtClean="0"/>
              <a:pPr/>
              <a:t>‹#›</a:t>
            </a:fld>
            <a:endParaRPr lang="en-US" altLang="en-US"/>
          </a:p>
        </p:txBody>
      </p:sp>
      <p:sp>
        <p:nvSpPr>
          <p:cNvPr id="1031" name="Rectangle 35">
            <a:extLst>
              <a:ext uri="{FF2B5EF4-FFF2-40B4-BE49-F238E27FC236}">
                <a16:creationId xmlns:a16="http://schemas.microsoft.com/office/drawing/2014/main" id="{C1639140-DF82-447C-8940-97C93664B7A5}"/>
              </a:ext>
            </a:extLst>
          </p:cNvPr>
          <p:cNvSpPr>
            <a:spLocks noChangeArrowheads="1"/>
          </p:cNvSpPr>
          <p:nvPr/>
        </p:nvSpPr>
        <p:spPr bwMode="auto">
          <a:xfrm>
            <a:off x="1676400" y="6438900"/>
            <a:ext cx="5581650" cy="419100"/>
          </a:xfrm>
          <a:prstGeom prst="rect">
            <a:avLst/>
          </a:prstGeom>
          <a:noFill/>
          <a:ln>
            <a:noFill/>
          </a:ln>
          <a:effec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dirty="0">
                <a:latin typeface="Arial" pitchFamily="34" charset="0"/>
              </a:rPr>
              <a:t>Liang, Introduction to Java Programming and Data Structures, Twelfth Edition, (c) 2020  Pearson Education, Inc. All rights reserved. </a:t>
            </a:r>
          </a:p>
        </p:txBody>
      </p:sp>
      <p:sp>
        <p:nvSpPr>
          <p:cNvPr id="35" name="Rectangle 35">
            <a:extLst>
              <a:ext uri="{FF2B5EF4-FFF2-40B4-BE49-F238E27FC236}">
                <a16:creationId xmlns:a16="http://schemas.microsoft.com/office/drawing/2014/main" id="{B16DA2B3-3106-4A65-A620-A5451B6A92B9}"/>
              </a:ext>
            </a:extLst>
          </p:cNvPr>
          <p:cNvSpPr>
            <a:spLocks noChangeArrowheads="1"/>
          </p:cNvSpPr>
          <p:nvPr/>
        </p:nvSpPr>
        <p:spPr bwMode="auto">
          <a:xfrm>
            <a:off x="1676400" y="6438900"/>
            <a:ext cx="5581650" cy="419100"/>
          </a:xfrm>
          <a:prstGeom prst="rect">
            <a:avLst/>
          </a:prstGeom>
          <a:noFill/>
          <a:ln>
            <a:noFill/>
          </a:ln>
          <a:effec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dirty="0">
                <a:latin typeface="Arial" pitchFamily="34" charset="0"/>
              </a:rPr>
              <a:t>Liang, Introduction to Java Programming and Data Structures, Twelfth Edition, (c) 2020  Pearson Education, Inc. All rights reserved. </a:t>
            </a:r>
          </a:p>
        </p:txBody>
      </p:sp>
      <p:sp>
        <p:nvSpPr>
          <p:cNvPr id="36" name="Rectangle 35">
            <a:extLst>
              <a:ext uri="{FF2B5EF4-FFF2-40B4-BE49-F238E27FC236}">
                <a16:creationId xmlns:a16="http://schemas.microsoft.com/office/drawing/2014/main" id="{65AC703D-15C9-428A-8C4D-DE5F49AD1368}"/>
              </a:ext>
            </a:extLst>
          </p:cNvPr>
          <p:cNvSpPr>
            <a:spLocks noChangeArrowheads="1"/>
          </p:cNvSpPr>
          <p:nvPr/>
        </p:nvSpPr>
        <p:spPr bwMode="auto">
          <a:xfrm>
            <a:off x="1676400" y="6438900"/>
            <a:ext cx="558165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r>
              <a:rPr lang="en-US" sz="1000" dirty="0">
                <a:latin typeface="Arial" panose="020B0604020202020204" pitchFamily="34" charset="0"/>
              </a:rPr>
              <a:t>Liang, Introduction to Java Programming and Data Structures, Twelfth Edition, (c) 2020  Pearson Education, Inc. All rights reserved. </a:t>
            </a:r>
          </a:p>
        </p:txBody>
      </p:sp>
    </p:spTree>
    <p:extLst>
      <p:ext uri="{BB962C8B-B14F-4D97-AF65-F5344CB8AC3E}">
        <p14:creationId xmlns:p14="http://schemas.microsoft.com/office/powerpoint/2010/main" val="3353244610"/>
      </p:ext>
    </p:extLst>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 id="2147483912" r:id="rId12"/>
  </p:sldLayoutIdLst>
  <p:hf hdr="0" ftr="0" dt="0"/>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anose="02020603050405020304" pitchFamily="18" charset="0"/>
        </a:defRPr>
      </a:lvl2pPr>
      <a:lvl3pPr algn="ctr" rtl="0" eaLnBrk="1" fontAlgn="base" hangingPunct="1">
        <a:spcBef>
          <a:spcPct val="0"/>
        </a:spcBef>
        <a:spcAft>
          <a:spcPct val="0"/>
        </a:spcAft>
        <a:defRPr sz="4400">
          <a:solidFill>
            <a:schemeClr val="tx2"/>
          </a:solidFill>
          <a:latin typeface="Times New Roman" panose="02020603050405020304" pitchFamily="18" charset="0"/>
        </a:defRPr>
      </a:lvl3pPr>
      <a:lvl4pPr algn="ctr" rtl="0" eaLnBrk="1" fontAlgn="base" hangingPunct="1">
        <a:spcBef>
          <a:spcPct val="0"/>
        </a:spcBef>
        <a:spcAft>
          <a:spcPct val="0"/>
        </a:spcAft>
        <a:defRPr sz="4400">
          <a:solidFill>
            <a:schemeClr val="tx2"/>
          </a:solidFill>
          <a:latin typeface="Times New Roman" panose="02020603050405020304" pitchFamily="18" charset="0"/>
        </a:defRPr>
      </a:lvl4pPr>
      <a:lvl5pPr algn="ctr" rtl="0" eaLnBrk="1" fontAlgn="base" hangingPunct="1">
        <a:spcBef>
          <a:spcPct val="0"/>
        </a:spcBef>
        <a:spcAft>
          <a:spcPct val="0"/>
        </a:spcAft>
        <a:defRPr sz="4400">
          <a:solidFill>
            <a:schemeClr val="tx2"/>
          </a:solidFill>
          <a:latin typeface="Times New Roman" panose="02020603050405020304" pitchFamily="18" charset="0"/>
        </a:defRPr>
      </a:lvl5pPr>
      <a:lvl6pPr marL="457200" algn="ctr" rtl="0" eaLnBrk="1" fontAlgn="base" hangingPunct="1">
        <a:spcBef>
          <a:spcPct val="0"/>
        </a:spcBef>
        <a:spcAft>
          <a:spcPct val="0"/>
        </a:spcAft>
        <a:defRPr sz="4400">
          <a:solidFill>
            <a:schemeClr val="tx2"/>
          </a:solidFill>
          <a:latin typeface="Times New Roman" panose="02020603050405020304" pitchFamily="18" charset="0"/>
        </a:defRPr>
      </a:lvl6pPr>
      <a:lvl7pPr marL="914400" algn="ctr" rtl="0" eaLnBrk="1" fontAlgn="base" hangingPunct="1">
        <a:spcBef>
          <a:spcPct val="0"/>
        </a:spcBef>
        <a:spcAft>
          <a:spcPct val="0"/>
        </a:spcAft>
        <a:defRPr sz="4400">
          <a:solidFill>
            <a:schemeClr val="tx2"/>
          </a:solidFill>
          <a:latin typeface="Times New Roman" panose="02020603050405020304" pitchFamily="18" charset="0"/>
        </a:defRPr>
      </a:lvl7pPr>
      <a:lvl8pPr marL="1371600" algn="ctr" rtl="0" eaLnBrk="1" fontAlgn="base" hangingPunct="1">
        <a:spcBef>
          <a:spcPct val="0"/>
        </a:spcBef>
        <a:spcAft>
          <a:spcPct val="0"/>
        </a:spcAft>
        <a:defRPr sz="4400">
          <a:solidFill>
            <a:schemeClr val="tx2"/>
          </a:solidFill>
          <a:latin typeface="Times New Roman" panose="02020603050405020304" pitchFamily="18" charset="0"/>
        </a:defRPr>
      </a:lvl8pPr>
      <a:lvl9pPr marL="1828800" algn="ctr"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liveexample.pearsoncmg.com/dsanimation/BSTeBook.html"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22.bin"/><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23.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24.bin"/><Relationship Id="rId1" Type="http://schemas.openxmlformats.org/officeDocument/2006/relationships/slideLayout" Target="../slideLayouts/slideLayout2.xml"/><Relationship Id="rId4" Type="http://schemas.openxmlformats.org/officeDocument/2006/relationships/hyperlink" Target="https://liveexample.pearsoncmg.com/html/Tree.html"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25.bin"/><Relationship Id="rId1" Type="http://schemas.openxmlformats.org/officeDocument/2006/relationships/slideLayout" Target="../slideLayouts/slideLayout2.xml"/><Relationship Id="rId4" Type="http://schemas.openxmlformats.org/officeDocument/2006/relationships/hyperlink" Target="https://liveexample.pearsoncmg.com/html/BST.html" TargetMode="External"/></Relationships>
</file>

<file path=ppt/slides/_rels/slide36.xml.rels><?xml version="1.0" encoding="UTF-8" standalone="yes"?>
<Relationships xmlns="http://schemas.openxmlformats.org/package/2006/relationships"><Relationship Id="rId2" Type="http://schemas.openxmlformats.org/officeDocument/2006/relationships/hyperlink" Target="https://liveexample.pearsoncmg.com/html/TestBST.html"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26.bin"/><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27.bin"/><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28.bin"/><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2.wmf"/></Relationships>
</file>

<file path=ppt/slides/_rels/slide43.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30.bin"/><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31.bin"/><Relationship Id="rId1" Type="http://schemas.openxmlformats.org/officeDocument/2006/relationships/slideLayout" Target="../slideLayouts/slideLayout2.xml"/><Relationship Id="rId5" Type="http://schemas.openxmlformats.org/officeDocument/2006/relationships/image" Target="../media/image25.wmf"/><Relationship Id="rId4" Type="http://schemas.openxmlformats.org/officeDocument/2006/relationships/oleObject" Target="../embeddings/oleObject32.bin"/></Relationships>
</file>

<file path=ppt/slides/_rels/slide45.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33.bin"/><Relationship Id="rId1" Type="http://schemas.openxmlformats.org/officeDocument/2006/relationships/slideLayout" Target="../slideLayouts/slideLayout2.xml"/><Relationship Id="rId5" Type="http://schemas.openxmlformats.org/officeDocument/2006/relationships/image" Target="../media/image27.wmf"/><Relationship Id="rId4" Type="http://schemas.openxmlformats.org/officeDocument/2006/relationships/oleObject" Target="../embeddings/oleObject34.bin"/></Relationships>
</file>

<file path=ppt/slides/_rels/slide46.xml.rels><?xml version="1.0" encoding="UTF-8" standalone="yes"?>
<Relationships xmlns="http://schemas.openxmlformats.org/package/2006/relationships"><Relationship Id="rId3" Type="http://schemas.openxmlformats.org/officeDocument/2006/relationships/image" Target="../media/image28.wmf"/><Relationship Id="rId7" Type="http://schemas.openxmlformats.org/officeDocument/2006/relationships/hyperlink" Target="https://liveexample.pearsoncmg.com/html/TestBSTDelete.html" TargetMode="External"/><Relationship Id="rId2" Type="http://schemas.openxmlformats.org/officeDocument/2006/relationships/oleObject" Target="../embeddings/oleObject35.bin"/><Relationship Id="rId1" Type="http://schemas.openxmlformats.org/officeDocument/2006/relationships/slideLayout" Target="../slideLayouts/slideLayout2.xml"/><Relationship Id="rId6" Type="http://schemas.openxmlformats.org/officeDocument/2006/relationships/hyperlink" Target="html/TestBSTDelete.bat" TargetMode="External"/><Relationship Id="rId5" Type="http://schemas.openxmlformats.org/officeDocument/2006/relationships/image" Target="../media/image29.wmf"/><Relationship Id="rId4" Type="http://schemas.openxmlformats.org/officeDocument/2006/relationships/oleObject" Target="../embeddings/oleObject36.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hyperlink" Target="https://liveexample.pearsoncmg.com/html/BSTAnimation.html" TargetMode="External"/><Relationship Id="rId4" Type="http://schemas.openxmlformats.org/officeDocument/2006/relationships/hyperlink" Target="https://liveexample.pearsoncmg.com/html/BTView.html"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s://liveexample.pearsoncmg.com/html/TestBSTWithIterator.html" TargetMode="External"/><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37.bin"/><Relationship Id="rId1" Type="http://schemas.openxmlformats.org/officeDocument/2006/relationships/slideLayout" Target="../slideLayouts/slideLayout2.xml"/><Relationship Id="rId5" Type="http://schemas.openxmlformats.org/officeDocument/2006/relationships/image" Target="../media/image34.wmf"/><Relationship Id="rId4" Type="http://schemas.openxmlformats.org/officeDocument/2006/relationships/oleObject" Target="../embeddings/oleObject38.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42.bin"/><Relationship Id="rId3" Type="http://schemas.openxmlformats.org/officeDocument/2006/relationships/image" Target="../media/image35.wmf"/><Relationship Id="rId7" Type="http://schemas.openxmlformats.org/officeDocument/2006/relationships/image" Target="../media/image37.wmf"/><Relationship Id="rId2" Type="http://schemas.openxmlformats.org/officeDocument/2006/relationships/oleObject" Target="../embeddings/oleObject39.bin"/><Relationship Id="rId1" Type="http://schemas.openxmlformats.org/officeDocument/2006/relationships/slideLayout" Target="../slideLayouts/slideLayout2.xml"/><Relationship Id="rId6" Type="http://schemas.openxmlformats.org/officeDocument/2006/relationships/oleObject" Target="../embeddings/oleObject41.bin"/><Relationship Id="rId5" Type="http://schemas.openxmlformats.org/officeDocument/2006/relationships/image" Target="../media/image36.wmf"/><Relationship Id="rId4" Type="http://schemas.openxmlformats.org/officeDocument/2006/relationships/oleObject" Target="../embeddings/oleObject40.bin"/><Relationship Id="rId9" Type="http://schemas.openxmlformats.org/officeDocument/2006/relationships/image" Target="../media/image38.wmf"/></Relationships>
</file>

<file path=ppt/slides/_rels/slide53.xml.rels><?xml version="1.0" encoding="UTF-8" standalone="yes"?>
<Relationships xmlns="http://schemas.openxmlformats.org/package/2006/relationships"><Relationship Id="rId2" Type="http://schemas.openxmlformats.org/officeDocument/2006/relationships/hyperlink" Target="https://liveexample.pearsoncmg.com/html/HuffmanCode.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a:extLst>
              <a:ext uri="{FF2B5EF4-FFF2-40B4-BE49-F238E27FC236}">
                <a16:creationId xmlns:a16="http://schemas.microsoft.com/office/drawing/2014/main" id="{8AD11DE3-21E2-4A66-A3A4-5F58D78DE041}"/>
              </a:ext>
            </a:extLst>
          </p:cNvPr>
          <p:cNvSpPr>
            <a:spLocks noGrp="1" noChangeArrowheads="1"/>
          </p:cNvSpPr>
          <p:nvPr>
            <p:ph type="title"/>
          </p:nvPr>
        </p:nvSpPr>
        <p:spPr>
          <a:xfrm>
            <a:off x="431800" y="1665288"/>
            <a:ext cx="8316913" cy="1655762"/>
          </a:xfrm>
        </p:spPr>
        <p:txBody>
          <a:bodyPr/>
          <a:lstStyle/>
          <a:p>
            <a:r>
              <a:rPr lang="en-US" altLang="en-US" sz="3600"/>
              <a:t>Chapter 25 Binary Search Trees</a:t>
            </a:r>
          </a:p>
        </p:txBody>
      </p:sp>
      <p:sp>
        <p:nvSpPr>
          <p:cNvPr id="4098" name="Slide Number Placeholder 4">
            <a:extLst>
              <a:ext uri="{FF2B5EF4-FFF2-40B4-BE49-F238E27FC236}">
                <a16:creationId xmlns:a16="http://schemas.microsoft.com/office/drawing/2014/main" id="{0AA5E04A-8131-4105-A2F7-6647036E0A6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2F764D2-86DA-414F-BB34-1D73611E8304}" type="slidenum">
              <a:rPr lang="en-US" altLang="en-US" sz="1400"/>
              <a:pPr>
                <a:spcBef>
                  <a:spcPct val="0"/>
                </a:spcBef>
                <a:buClrTx/>
                <a:buSzTx/>
                <a:buFontTx/>
                <a:buNone/>
              </a:pPr>
              <a:t>1</a:t>
            </a:fld>
            <a:endParaRPr lang="en-US" altLang="en-US"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a:extLst>
              <a:ext uri="{FF2B5EF4-FFF2-40B4-BE49-F238E27FC236}">
                <a16:creationId xmlns:a16="http://schemas.microsoft.com/office/drawing/2014/main" id="{B556B89A-779B-4D25-AB14-883CCA0FAE4F}"/>
              </a:ext>
            </a:extLst>
          </p:cNvPr>
          <p:cNvSpPr>
            <a:spLocks noGrp="1" noChangeArrowheads="1"/>
          </p:cNvSpPr>
          <p:nvPr>
            <p:ph type="title"/>
          </p:nvPr>
        </p:nvSpPr>
        <p:spPr>
          <a:xfrm>
            <a:off x="685800" y="228600"/>
            <a:ext cx="7772400" cy="838200"/>
          </a:xfrm>
        </p:spPr>
        <p:txBody>
          <a:bodyPr/>
          <a:lstStyle/>
          <a:p>
            <a:r>
              <a:rPr lang="en-US" altLang="en-US"/>
              <a:t>Objectives</a:t>
            </a:r>
          </a:p>
        </p:txBody>
      </p:sp>
      <p:sp>
        <p:nvSpPr>
          <p:cNvPr id="5124" name="Rectangle 3">
            <a:extLst>
              <a:ext uri="{FF2B5EF4-FFF2-40B4-BE49-F238E27FC236}">
                <a16:creationId xmlns:a16="http://schemas.microsoft.com/office/drawing/2014/main" id="{A933A72B-4455-4439-B2E9-4632F63BE8D3}"/>
              </a:ext>
            </a:extLst>
          </p:cNvPr>
          <p:cNvSpPr>
            <a:spLocks noGrp="1" noChangeArrowheads="1"/>
          </p:cNvSpPr>
          <p:nvPr>
            <p:ph idx="1"/>
          </p:nvPr>
        </p:nvSpPr>
        <p:spPr>
          <a:xfrm>
            <a:off x="304800" y="1371600"/>
            <a:ext cx="8534400" cy="4953000"/>
          </a:xfrm>
        </p:spPr>
        <p:txBody>
          <a:bodyPr/>
          <a:lstStyle/>
          <a:p>
            <a:pPr>
              <a:buFont typeface="Wingdings" panose="05000000000000000000" pitchFamily="2" charset="2"/>
              <a:buChar char="§"/>
            </a:pPr>
            <a:r>
              <a:rPr lang="en-US" altLang="en-US" sz="2400"/>
              <a:t>To design and implement a binary search tree (§25.2).</a:t>
            </a:r>
          </a:p>
          <a:p>
            <a:pPr>
              <a:buFont typeface="Wingdings" panose="05000000000000000000" pitchFamily="2" charset="2"/>
              <a:buChar char="§"/>
            </a:pPr>
            <a:r>
              <a:rPr lang="en-US" altLang="en-US" sz="2400"/>
              <a:t>To represent binary trees using linked data structures (§25.2.1).</a:t>
            </a:r>
          </a:p>
          <a:p>
            <a:pPr>
              <a:buFont typeface="Wingdings" panose="05000000000000000000" pitchFamily="2" charset="2"/>
              <a:buChar char="§"/>
            </a:pPr>
            <a:r>
              <a:rPr lang="en-US" altLang="en-US" sz="2400"/>
              <a:t>To search an element in binary search tree (§25.2.2).</a:t>
            </a:r>
          </a:p>
          <a:p>
            <a:pPr>
              <a:buFont typeface="Wingdings" panose="05000000000000000000" pitchFamily="2" charset="2"/>
              <a:buChar char="§"/>
            </a:pPr>
            <a:r>
              <a:rPr lang="en-US" altLang="en-US" sz="2400"/>
              <a:t>To insert an element into a binary search tree (§25.2.3).</a:t>
            </a:r>
          </a:p>
          <a:p>
            <a:pPr>
              <a:buFont typeface="Wingdings" panose="05000000000000000000" pitchFamily="2" charset="2"/>
              <a:buChar char="§"/>
            </a:pPr>
            <a:r>
              <a:rPr lang="en-US" altLang="en-US" sz="2400"/>
              <a:t>To traverse elements in a binary tree (§25.2.4).</a:t>
            </a:r>
          </a:p>
          <a:p>
            <a:pPr>
              <a:buFont typeface="Wingdings" panose="05000000000000000000" pitchFamily="2" charset="2"/>
              <a:buChar char="§"/>
            </a:pPr>
            <a:r>
              <a:rPr lang="en-US" altLang="en-US" sz="2400"/>
              <a:t>To delete elements from a binary search tree (§25.3).</a:t>
            </a:r>
          </a:p>
          <a:p>
            <a:pPr>
              <a:buFont typeface="Wingdings" panose="05000000000000000000" pitchFamily="2" charset="2"/>
              <a:buChar char="§"/>
            </a:pPr>
            <a:r>
              <a:rPr lang="en-US" altLang="en-US" sz="2400"/>
              <a:t>To display binary tree graphically (§25.4).</a:t>
            </a:r>
          </a:p>
          <a:p>
            <a:pPr>
              <a:buFont typeface="Wingdings" panose="05000000000000000000" pitchFamily="2" charset="2"/>
              <a:buChar char="§"/>
            </a:pPr>
            <a:r>
              <a:rPr lang="en-US" altLang="en-US" sz="2400"/>
              <a:t>To create iterators for traversing a binary tree (§25.5).</a:t>
            </a:r>
          </a:p>
          <a:p>
            <a:pPr>
              <a:buFont typeface="Wingdings" panose="05000000000000000000" pitchFamily="2" charset="2"/>
              <a:buChar char="§"/>
            </a:pPr>
            <a:r>
              <a:rPr lang="en-US" altLang="en-US" sz="2400"/>
              <a:t>To implement Huffman coding for compressing data using a binary tree (§25.6).</a:t>
            </a:r>
          </a:p>
        </p:txBody>
      </p:sp>
      <p:sp>
        <p:nvSpPr>
          <p:cNvPr id="5122" name="Slide Number Placeholder 4">
            <a:extLst>
              <a:ext uri="{FF2B5EF4-FFF2-40B4-BE49-F238E27FC236}">
                <a16:creationId xmlns:a16="http://schemas.microsoft.com/office/drawing/2014/main" id="{E78AF450-FA0A-4CEE-BC16-FD35E7DFD7E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49BF334-EFD6-4713-9D3F-A591C287192C}" type="slidenum">
              <a:rPr lang="en-US" altLang="en-US" sz="1400"/>
              <a:pPr>
                <a:spcBef>
                  <a:spcPct val="0"/>
                </a:spcBef>
                <a:buClrTx/>
                <a:buSzTx/>
                <a:buFontTx/>
                <a:buNone/>
              </a:pPr>
              <a:t>2</a:t>
            </a:fld>
            <a:endParaRPr lang="en-US" altLang="en-US"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a:extLst>
              <a:ext uri="{FF2B5EF4-FFF2-40B4-BE49-F238E27FC236}">
                <a16:creationId xmlns:a16="http://schemas.microsoft.com/office/drawing/2014/main" id="{3C0DFDD1-D66C-4976-9E18-1011F4F26865}"/>
              </a:ext>
            </a:extLst>
          </p:cNvPr>
          <p:cNvSpPr>
            <a:spLocks noGrp="1" noChangeArrowheads="1"/>
          </p:cNvSpPr>
          <p:nvPr>
            <p:ph type="title"/>
          </p:nvPr>
        </p:nvSpPr>
        <p:spPr>
          <a:xfrm>
            <a:off x="0" y="152400"/>
            <a:ext cx="8839200" cy="533400"/>
          </a:xfrm>
        </p:spPr>
        <p:txBody>
          <a:bodyPr/>
          <a:lstStyle/>
          <a:p>
            <a:r>
              <a:rPr lang="en-US" altLang="en-US" sz="3600"/>
              <a:t>Binary Trees</a:t>
            </a:r>
          </a:p>
        </p:txBody>
      </p:sp>
      <p:sp>
        <p:nvSpPr>
          <p:cNvPr id="6158" name="Rectangle 16">
            <a:extLst>
              <a:ext uri="{FF2B5EF4-FFF2-40B4-BE49-F238E27FC236}">
                <a16:creationId xmlns:a16="http://schemas.microsoft.com/office/drawing/2014/main" id="{D1B97DB2-C44F-4A67-ACC0-2C27E6C39BD6}"/>
              </a:ext>
            </a:extLst>
          </p:cNvPr>
          <p:cNvSpPr>
            <a:spLocks noGrp="1" noChangeArrowheads="1"/>
          </p:cNvSpPr>
          <p:nvPr>
            <p:ph idx="1"/>
          </p:nvPr>
        </p:nvSpPr>
        <p:spPr>
          <a:xfrm>
            <a:off x="152400" y="990600"/>
            <a:ext cx="8686800" cy="2286000"/>
          </a:xfrm>
        </p:spPr>
        <p:txBody>
          <a:bodyPr/>
          <a:lstStyle/>
          <a:p>
            <a:pPr marL="0" indent="0">
              <a:buFont typeface="Monotype Sorts"/>
              <a:buNone/>
            </a:pPr>
            <a:r>
              <a:rPr lang="en-US" altLang="en-US" sz="2800" dirty="0">
                <a:cs typeface="Courier New" panose="02070309020205020404" pitchFamily="49" charset="0"/>
              </a:rPr>
              <a:t>A list, stack, or queue is a linear structure that consists of a sequence of elements. A binary tree is a hierarchical structure. It is either empty or consists of an element, called the </a:t>
            </a:r>
            <a:r>
              <a:rPr lang="en-US" altLang="en-US" sz="2800" i="1" dirty="0">
                <a:cs typeface="Courier New" panose="02070309020205020404" pitchFamily="49" charset="0"/>
              </a:rPr>
              <a:t>root</a:t>
            </a:r>
            <a:r>
              <a:rPr lang="en-US" altLang="en-US" sz="2800" dirty="0">
                <a:cs typeface="Courier New" panose="02070309020205020404" pitchFamily="49" charset="0"/>
              </a:rPr>
              <a:t>, and two distinct binary trees, called the </a:t>
            </a:r>
            <a:r>
              <a:rPr lang="en-US" altLang="en-US" sz="2800" i="1" dirty="0">
                <a:highlight>
                  <a:srgbClr val="FFFF00"/>
                </a:highlight>
                <a:cs typeface="Courier New" panose="02070309020205020404" pitchFamily="49" charset="0"/>
              </a:rPr>
              <a:t>left subtree</a:t>
            </a:r>
            <a:r>
              <a:rPr lang="en-US" altLang="en-US" sz="2800" dirty="0">
                <a:highlight>
                  <a:srgbClr val="FFFF00"/>
                </a:highlight>
                <a:cs typeface="Courier New" panose="02070309020205020404" pitchFamily="49" charset="0"/>
              </a:rPr>
              <a:t> </a:t>
            </a:r>
            <a:r>
              <a:rPr lang="en-US" altLang="en-US" sz="2800" dirty="0">
                <a:cs typeface="Courier New" panose="02070309020205020404" pitchFamily="49" charset="0"/>
              </a:rPr>
              <a:t>and </a:t>
            </a:r>
            <a:r>
              <a:rPr lang="en-US" altLang="en-US" sz="2800" i="1" dirty="0">
                <a:highlight>
                  <a:srgbClr val="FFFF00"/>
                </a:highlight>
                <a:cs typeface="Courier New" panose="02070309020205020404" pitchFamily="49" charset="0"/>
              </a:rPr>
              <a:t>right subtree</a:t>
            </a:r>
            <a:r>
              <a:rPr lang="en-US" altLang="en-US" sz="2800" dirty="0">
                <a:highlight>
                  <a:srgbClr val="FFFF00"/>
                </a:highlight>
                <a:cs typeface="Courier New" panose="02070309020205020404" pitchFamily="49" charset="0"/>
              </a:rPr>
              <a:t>. </a:t>
            </a:r>
          </a:p>
        </p:txBody>
      </p:sp>
      <p:sp>
        <p:nvSpPr>
          <p:cNvPr id="6146" name="Slide Number Placeholder 4">
            <a:extLst>
              <a:ext uri="{FF2B5EF4-FFF2-40B4-BE49-F238E27FC236}">
                <a16:creationId xmlns:a16="http://schemas.microsoft.com/office/drawing/2014/main" id="{759B0AFF-2C72-4CD4-956A-413B602FF33F}"/>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C6E79B4-4556-4D37-8C65-860F71DE989C}" type="slidenum">
              <a:rPr lang="en-US" altLang="en-US" sz="1400"/>
              <a:pPr>
                <a:spcBef>
                  <a:spcPct val="0"/>
                </a:spcBef>
                <a:buClrTx/>
                <a:buSzTx/>
                <a:buFontTx/>
                <a:buNone/>
              </a:pPr>
              <a:t>3</a:t>
            </a:fld>
            <a:endParaRPr lang="en-US" altLang="en-US" sz="1400"/>
          </a:p>
        </p:txBody>
      </p:sp>
      <p:graphicFrame>
        <p:nvGraphicFramePr>
          <p:cNvPr id="6160" name="Object 18">
            <a:extLst>
              <a:ext uri="{FF2B5EF4-FFF2-40B4-BE49-F238E27FC236}">
                <a16:creationId xmlns:a16="http://schemas.microsoft.com/office/drawing/2014/main" id="{30D64B9B-0AFB-4420-8427-521359C9BCD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262224074"/>
              </p:ext>
            </p:extLst>
          </p:nvPr>
        </p:nvGraphicFramePr>
        <p:xfrm>
          <a:off x="457200" y="3200400"/>
          <a:ext cx="7696200" cy="2535238"/>
        </p:xfrm>
        <a:graphic>
          <a:graphicData uri="http://schemas.openxmlformats.org/presentationml/2006/ole">
            <mc:AlternateContent xmlns:mc="http://schemas.openxmlformats.org/markup-compatibility/2006">
              <mc:Choice xmlns:v="urn:schemas-microsoft-com:vml" Requires="v">
                <p:oleObj r:id="rId2" imgW="4858512" imgH="1600200" progId="Word.Picture.8">
                  <p:embed/>
                </p:oleObj>
              </mc:Choice>
              <mc:Fallback>
                <p:oleObj r:id="rId2" imgW="4858512" imgH="160020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200400"/>
                        <a:ext cx="7696200" cy="253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a:extLst>
              <a:ext uri="{FF2B5EF4-FFF2-40B4-BE49-F238E27FC236}">
                <a16:creationId xmlns:a16="http://schemas.microsoft.com/office/drawing/2014/main" id="{6E63AA06-53A7-467B-A068-6A0A13ADA0B9}"/>
              </a:ext>
            </a:extLst>
          </p:cNvPr>
          <p:cNvSpPr>
            <a:spLocks noGrp="1" noChangeArrowheads="1"/>
          </p:cNvSpPr>
          <p:nvPr>
            <p:ph type="title"/>
          </p:nvPr>
        </p:nvSpPr>
        <p:spPr>
          <a:xfrm>
            <a:off x="0" y="152400"/>
            <a:ext cx="8839200" cy="533400"/>
          </a:xfrm>
        </p:spPr>
        <p:txBody>
          <a:bodyPr/>
          <a:lstStyle/>
          <a:p>
            <a:r>
              <a:rPr lang="en-US" altLang="en-US" sz="3600"/>
              <a:t>See How a Binary Search Tree Works</a:t>
            </a:r>
          </a:p>
        </p:txBody>
      </p:sp>
      <p:sp>
        <p:nvSpPr>
          <p:cNvPr id="7170" name="Slide Number Placeholder 4">
            <a:extLst>
              <a:ext uri="{FF2B5EF4-FFF2-40B4-BE49-F238E27FC236}">
                <a16:creationId xmlns:a16="http://schemas.microsoft.com/office/drawing/2014/main" id="{46C7A885-FB43-4E8E-B87C-24A97204923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9C65206-5683-409F-8AD0-17C47B16F557}" type="slidenum">
              <a:rPr lang="en-US" altLang="en-US" sz="1400"/>
              <a:pPr>
                <a:spcBef>
                  <a:spcPct val="0"/>
                </a:spcBef>
                <a:buClrTx/>
                <a:buSzTx/>
                <a:buFontTx/>
                <a:buNone/>
              </a:pPr>
              <a:t>4</a:t>
            </a:fld>
            <a:endParaRPr lang="en-US" altLang="en-US" sz="1400"/>
          </a:p>
        </p:txBody>
      </p:sp>
      <p:sp>
        <p:nvSpPr>
          <p:cNvPr id="7183" name="Rectangle 13">
            <a:extLst>
              <a:ext uri="{FF2B5EF4-FFF2-40B4-BE49-F238E27FC236}">
                <a16:creationId xmlns:a16="http://schemas.microsoft.com/office/drawing/2014/main" id="{60D0C2F3-DFE6-4D0B-9AC8-8937BD80BF39}"/>
              </a:ext>
            </a:extLst>
          </p:cNvPr>
          <p:cNvSpPr txBox="1">
            <a:spLocks noChangeArrowheads="1"/>
          </p:cNvSpPr>
          <p:nvPr/>
        </p:nvSpPr>
        <p:spPr bwMode="auto">
          <a:xfrm>
            <a:off x="152400" y="836613"/>
            <a:ext cx="8848725" cy="925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800">
                <a:cs typeface="Courier New" panose="02070309020205020404" pitchFamily="49" charset="0"/>
              </a:rPr>
              <a:t>https://liveexample.pearsoncmg.com/dsanimation/BSTeBook.html</a:t>
            </a:r>
          </a:p>
          <a:p>
            <a:pPr>
              <a:buFont typeface="Monotype Sorts"/>
              <a:buNone/>
            </a:pPr>
            <a:endParaRPr lang="en-US" altLang="en-US" sz="2800">
              <a:cs typeface="Courier New" panose="02070309020205020404" pitchFamily="49" charset="0"/>
            </a:endParaRPr>
          </a:p>
        </p:txBody>
      </p:sp>
      <p:pic>
        <p:nvPicPr>
          <p:cNvPr id="7184" name="Picture 17">
            <a:extLst>
              <a:ext uri="{FF2B5EF4-FFF2-40B4-BE49-F238E27FC236}">
                <a16:creationId xmlns:a16="http://schemas.microsoft.com/office/drawing/2014/main" id="{2E7BA165-083B-4828-835D-5C1DF678B8F2}"/>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1576388"/>
            <a:ext cx="6840538" cy="47736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7185" name="AutoShape 19">
            <a:hlinkClick r:id="rId3" highlightClick="1"/>
            <a:extLst>
              <a:ext uri="{FF2B5EF4-FFF2-40B4-BE49-F238E27FC236}">
                <a16:creationId xmlns:a16="http://schemas.microsoft.com/office/drawing/2014/main" id="{B90BE59A-BFFC-4FCD-885C-8E09AF1E6EC1}"/>
              </a:ext>
              <a:ext uri="{C183D7F6-B498-43B3-948B-1728B52AA6E4}">
                <adec:decorative xmlns:adec="http://schemas.microsoft.com/office/drawing/2017/decorative" val="1"/>
              </a:ext>
            </a:extLst>
          </p:cNvPr>
          <p:cNvSpPr>
            <a:spLocks noChangeArrowheads="1"/>
          </p:cNvSpPr>
          <p:nvPr/>
        </p:nvSpPr>
        <p:spPr bwMode="auto">
          <a:xfrm>
            <a:off x="431800" y="210185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a:extLst>
              <a:ext uri="{FF2B5EF4-FFF2-40B4-BE49-F238E27FC236}">
                <a16:creationId xmlns:a16="http://schemas.microsoft.com/office/drawing/2014/main" id="{FBEC5E5F-92D8-4F87-9443-7031B7C7E34E}"/>
              </a:ext>
            </a:extLst>
          </p:cNvPr>
          <p:cNvSpPr>
            <a:spLocks noGrp="1" noChangeArrowheads="1"/>
          </p:cNvSpPr>
          <p:nvPr>
            <p:ph type="title"/>
          </p:nvPr>
        </p:nvSpPr>
        <p:spPr>
          <a:xfrm>
            <a:off x="0" y="152400"/>
            <a:ext cx="8839200" cy="533400"/>
          </a:xfrm>
        </p:spPr>
        <p:txBody>
          <a:bodyPr/>
          <a:lstStyle/>
          <a:p>
            <a:r>
              <a:rPr lang="en-US" altLang="en-US" sz="3600" dirty="0"/>
              <a:t>Binary Tree Terms</a:t>
            </a:r>
          </a:p>
        </p:txBody>
      </p:sp>
      <p:sp>
        <p:nvSpPr>
          <p:cNvPr id="8206" name="Rectangle 13">
            <a:extLst>
              <a:ext uri="{FF2B5EF4-FFF2-40B4-BE49-F238E27FC236}">
                <a16:creationId xmlns:a16="http://schemas.microsoft.com/office/drawing/2014/main" id="{16D1D353-A01D-4627-BEDE-39B5C26DF8F6}"/>
              </a:ext>
            </a:extLst>
          </p:cNvPr>
          <p:cNvSpPr>
            <a:spLocks noGrp="1" noChangeArrowheads="1"/>
          </p:cNvSpPr>
          <p:nvPr>
            <p:ph idx="1"/>
          </p:nvPr>
        </p:nvSpPr>
        <p:spPr>
          <a:xfrm>
            <a:off x="152400" y="990600"/>
            <a:ext cx="8610600" cy="5029200"/>
          </a:xfrm>
        </p:spPr>
        <p:txBody>
          <a:bodyPr/>
          <a:lstStyle/>
          <a:p>
            <a:pPr>
              <a:buFont typeface="Wingdings" panose="05000000000000000000" pitchFamily="2" charset="2"/>
              <a:buChar char="§"/>
            </a:pPr>
            <a:r>
              <a:rPr lang="en-US" altLang="en-US" sz="2400" dirty="0">
                <a:cs typeface="Courier New" panose="02070309020205020404" pitchFamily="49" charset="0"/>
              </a:rPr>
              <a:t>The root of left (right) subtree of a node is called a </a:t>
            </a:r>
            <a:r>
              <a:rPr lang="en-US" altLang="en-US" sz="2400" b="1" dirty="0">
                <a:highlight>
                  <a:srgbClr val="FFFF00"/>
                </a:highlight>
                <a:cs typeface="Courier New" panose="02070309020205020404" pitchFamily="49" charset="0"/>
              </a:rPr>
              <a:t>left (right) child</a:t>
            </a:r>
            <a:r>
              <a:rPr lang="en-US" altLang="en-US" sz="2400" b="1" dirty="0">
                <a:cs typeface="Courier New" panose="02070309020205020404" pitchFamily="49" charset="0"/>
              </a:rPr>
              <a:t> </a:t>
            </a:r>
            <a:r>
              <a:rPr lang="en-US" altLang="en-US" sz="2400" dirty="0">
                <a:cs typeface="Courier New" panose="02070309020205020404" pitchFamily="49" charset="0"/>
              </a:rPr>
              <a:t>of the node. </a:t>
            </a:r>
          </a:p>
          <a:p>
            <a:pPr>
              <a:buFont typeface="Wingdings" panose="05000000000000000000" pitchFamily="2" charset="2"/>
              <a:buChar char="§"/>
            </a:pPr>
            <a:r>
              <a:rPr lang="en-US" altLang="en-US" sz="2400" dirty="0">
                <a:highlight>
                  <a:srgbClr val="FFFF00"/>
                </a:highlight>
                <a:cs typeface="Courier New" panose="02070309020205020404" pitchFamily="49" charset="0"/>
              </a:rPr>
              <a:t>A node without children is called a leaf. </a:t>
            </a:r>
          </a:p>
          <a:p>
            <a:pPr>
              <a:buFont typeface="Wingdings" panose="05000000000000000000" pitchFamily="2" charset="2"/>
              <a:buChar char="§"/>
            </a:pPr>
            <a:r>
              <a:rPr lang="en-US" altLang="en-US" sz="2400" dirty="0">
                <a:cs typeface="Courier New" panose="02070309020205020404" pitchFamily="49" charset="0"/>
              </a:rPr>
              <a:t>A special type of binary tree called a </a:t>
            </a:r>
            <a:r>
              <a:rPr lang="en-US" altLang="en-US" sz="2400" b="1" dirty="0">
                <a:cs typeface="Courier New" panose="02070309020205020404" pitchFamily="49" charset="0"/>
              </a:rPr>
              <a:t>binary search tree </a:t>
            </a:r>
            <a:r>
              <a:rPr lang="en-US" altLang="en-US" sz="2400" dirty="0">
                <a:cs typeface="Courier New" panose="02070309020205020404" pitchFamily="49" charset="0"/>
              </a:rPr>
              <a:t>is often useful. </a:t>
            </a:r>
          </a:p>
          <a:p>
            <a:pPr>
              <a:buFont typeface="Wingdings" panose="05000000000000000000" pitchFamily="2" charset="2"/>
              <a:buChar char="§"/>
            </a:pPr>
            <a:r>
              <a:rPr lang="en-US" altLang="en-US" sz="2400" dirty="0">
                <a:cs typeface="Courier New" panose="02070309020205020404" pitchFamily="49" charset="0"/>
              </a:rPr>
              <a:t>A </a:t>
            </a:r>
            <a:r>
              <a:rPr lang="en-US" altLang="en-US" sz="2400" b="1" dirty="0">
                <a:cs typeface="Courier New" panose="02070309020205020404" pitchFamily="49" charset="0"/>
              </a:rPr>
              <a:t>binary search tree </a:t>
            </a:r>
            <a:r>
              <a:rPr lang="en-US" altLang="en-US" sz="2400" dirty="0">
                <a:cs typeface="Courier New" panose="02070309020205020404" pitchFamily="49" charset="0"/>
              </a:rPr>
              <a:t>is a data structure that allows </a:t>
            </a:r>
            <a:r>
              <a:rPr lang="en-US" altLang="en-US" sz="2400" dirty="0">
                <a:highlight>
                  <a:srgbClr val="FFFF00"/>
                </a:highlight>
                <a:cs typeface="Courier New" panose="02070309020205020404" pitchFamily="49" charset="0"/>
              </a:rPr>
              <a:t>for fast insertion, removal, and lookup of items</a:t>
            </a:r>
            <a:r>
              <a:rPr lang="en-US" altLang="en-US" sz="2400" dirty="0">
                <a:cs typeface="Courier New" panose="02070309020205020404" pitchFamily="49" charset="0"/>
              </a:rPr>
              <a:t> while offering an efficient way to iterate them in sorted order.</a:t>
            </a:r>
          </a:p>
          <a:p>
            <a:pPr>
              <a:buFont typeface="Wingdings" panose="05000000000000000000" pitchFamily="2" charset="2"/>
              <a:buChar char="§"/>
            </a:pPr>
            <a:r>
              <a:rPr lang="en-US" altLang="en-US" sz="2400" dirty="0">
                <a:cs typeface="Courier New" panose="02070309020205020404" pitchFamily="49" charset="0"/>
              </a:rPr>
              <a:t>A binary search tree (</a:t>
            </a:r>
            <a:r>
              <a:rPr lang="en-US" altLang="en-US" sz="2400" dirty="0">
                <a:highlight>
                  <a:srgbClr val="FFFF00"/>
                </a:highlight>
                <a:cs typeface="Courier New" panose="02070309020205020404" pitchFamily="49" charset="0"/>
              </a:rPr>
              <a:t>with no duplicate elements</a:t>
            </a:r>
            <a:r>
              <a:rPr lang="en-US" altLang="en-US" sz="2400" dirty="0">
                <a:cs typeface="Courier New" panose="02070309020205020404" pitchFamily="49" charset="0"/>
              </a:rPr>
              <a:t>) has the property that for every node in the tree the value of any node in </a:t>
            </a:r>
            <a:r>
              <a:rPr lang="en-US" altLang="en-US" sz="2400" dirty="0">
                <a:highlight>
                  <a:srgbClr val="FFFF00"/>
                </a:highlight>
                <a:cs typeface="Courier New" panose="02070309020205020404" pitchFamily="49" charset="0"/>
              </a:rPr>
              <a:t>its left subtree is less than the value </a:t>
            </a:r>
            <a:r>
              <a:rPr lang="en-US" altLang="en-US" sz="2400" dirty="0">
                <a:cs typeface="Courier New" panose="02070309020205020404" pitchFamily="49" charset="0"/>
              </a:rPr>
              <a:t>of the node and the value of any node in its </a:t>
            </a:r>
            <a:r>
              <a:rPr lang="en-US" altLang="en-US" sz="2400" dirty="0">
                <a:highlight>
                  <a:srgbClr val="FFFF00"/>
                </a:highlight>
                <a:cs typeface="Courier New" panose="02070309020205020404" pitchFamily="49" charset="0"/>
              </a:rPr>
              <a:t>right subtree is greater than the value of the node</a:t>
            </a:r>
            <a:r>
              <a:rPr lang="en-US" altLang="en-US" sz="2400" dirty="0">
                <a:cs typeface="Courier New" panose="02070309020205020404" pitchFamily="49" charset="0"/>
              </a:rPr>
              <a:t>. </a:t>
            </a:r>
          </a:p>
        </p:txBody>
      </p:sp>
      <p:sp>
        <p:nvSpPr>
          <p:cNvPr id="8194" name="Slide Number Placeholder 4">
            <a:extLst>
              <a:ext uri="{FF2B5EF4-FFF2-40B4-BE49-F238E27FC236}">
                <a16:creationId xmlns:a16="http://schemas.microsoft.com/office/drawing/2014/main" id="{8B820EBB-B150-4F22-B443-1DC5F890E7C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7072985-2218-4F33-BCA7-5BB5EEB89DAF}" type="slidenum">
              <a:rPr lang="en-US" altLang="en-US" sz="1400"/>
              <a:pPr>
                <a:spcBef>
                  <a:spcPct val="0"/>
                </a:spcBef>
                <a:buClrTx/>
                <a:buSzTx/>
                <a:buFontTx/>
                <a:buNone/>
              </a:pPr>
              <a:t>5</a:t>
            </a:fld>
            <a:endParaRPr lang="en-US" altLang="en-US"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a:extLst>
              <a:ext uri="{FF2B5EF4-FFF2-40B4-BE49-F238E27FC236}">
                <a16:creationId xmlns:a16="http://schemas.microsoft.com/office/drawing/2014/main" id="{CE31CE68-18AD-4ED4-950B-371CD882D167}"/>
              </a:ext>
            </a:extLst>
          </p:cNvPr>
          <p:cNvSpPr>
            <a:spLocks noGrp="1" noChangeArrowheads="1"/>
          </p:cNvSpPr>
          <p:nvPr>
            <p:ph type="title"/>
          </p:nvPr>
        </p:nvSpPr>
        <p:spPr>
          <a:xfrm>
            <a:off x="0" y="152400"/>
            <a:ext cx="8839200" cy="533400"/>
          </a:xfrm>
        </p:spPr>
        <p:txBody>
          <a:bodyPr/>
          <a:lstStyle/>
          <a:p>
            <a:r>
              <a:rPr lang="en-US" altLang="en-US" sz="3600"/>
              <a:t>Representing Binary Trees</a:t>
            </a:r>
          </a:p>
        </p:txBody>
      </p:sp>
      <p:sp>
        <p:nvSpPr>
          <p:cNvPr id="9230" name="Rectangle 13">
            <a:extLst>
              <a:ext uri="{FF2B5EF4-FFF2-40B4-BE49-F238E27FC236}">
                <a16:creationId xmlns:a16="http://schemas.microsoft.com/office/drawing/2014/main" id="{5A763472-6E9A-4793-8D12-14C85B1E0D32}"/>
              </a:ext>
            </a:extLst>
          </p:cNvPr>
          <p:cNvSpPr>
            <a:spLocks noGrp="1" noChangeArrowheads="1"/>
          </p:cNvSpPr>
          <p:nvPr>
            <p:ph idx="1"/>
          </p:nvPr>
        </p:nvSpPr>
        <p:spPr>
          <a:xfrm>
            <a:off x="0" y="762000"/>
            <a:ext cx="8610600" cy="1828800"/>
          </a:xfrm>
        </p:spPr>
        <p:txBody>
          <a:bodyPr/>
          <a:lstStyle/>
          <a:p>
            <a:pPr marL="0" indent="0">
              <a:buFont typeface="Monotype Sorts"/>
              <a:buNone/>
            </a:pPr>
            <a:r>
              <a:rPr lang="en-US" altLang="en-US" sz="2800">
                <a:cs typeface="Courier New" panose="02070309020205020404" pitchFamily="49" charset="0"/>
              </a:rPr>
              <a:t>A binary tree can be represented using a set of linked nodes. Each node contains a value and two links named </a:t>
            </a:r>
            <a:r>
              <a:rPr lang="en-US" altLang="en-US" sz="2800" i="1">
                <a:cs typeface="Courier New" panose="02070309020205020404" pitchFamily="49" charset="0"/>
              </a:rPr>
              <a:t>left</a:t>
            </a:r>
            <a:r>
              <a:rPr lang="en-US" altLang="en-US" sz="2800">
                <a:cs typeface="Courier New" panose="02070309020205020404" pitchFamily="49" charset="0"/>
              </a:rPr>
              <a:t> and </a:t>
            </a:r>
            <a:r>
              <a:rPr lang="en-US" altLang="en-US" sz="2800" i="1">
                <a:cs typeface="Courier New" panose="02070309020205020404" pitchFamily="49" charset="0"/>
              </a:rPr>
              <a:t>right</a:t>
            </a:r>
            <a:r>
              <a:rPr lang="en-US" altLang="en-US" sz="2800">
                <a:cs typeface="Courier New" panose="02070309020205020404" pitchFamily="49" charset="0"/>
              </a:rPr>
              <a:t> that reference the left child and right child, respectively, as shown in Figure 25.2.</a:t>
            </a:r>
          </a:p>
        </p:txBody>
      </p:sp>
      <p:sp>
        <p:nvSpPr>
          <p:cNvPr id="9218" name="Slide Number Placeholder 4">
            <a:extLst>
              <a:ext uri="{FF2B5EF4-FFF2-40B4-BE49-F238E27FC236}">
                <a16:creationId xmlns:a16="http://schemas.microsoft.com/office/drawing/2014/main" id="{5509AABD-430D-4DA6-8E63-2C141116E65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927EA6F-E19E-4F68-891F-55F3D341FA4B}" type="slidenum">
              <a:rPr lang="en-US" altLang="en-US" sz="1400"/>
              <a:pPr>
                <a:spcBef>
                  <a:spcPct val="0"/>
                </a:spcBef>
                <a:buClrTx/>
                <a:buSzTx/>
                <a:buFontTx/>
                <a:buNone/>
              </a:pPr>
              <a:t>6</a:t>
            </a:fld>
            <a:endParaRPr lang="en-US" altLang="en-US" sz="1400"/>
          </a:p>
        </p:txBody>
      </p:sp>
      <p:sp>
        <p:nvSpPr>
          <p:cNvPr id="9233" name="Rectangle 17">
            <a:extLst>
              <a:ext uri="{FF2B5EF4-FFF2-40B4-BE49-F238E27FC236}">
                <a16:creationId xmlns:a16="http://schemas.microsoft.com/office/drawing/2014/main" id="{E76F4FA0-11C6-4FF4-AEC2-9E1E751F5219}"/>
              </a:ext>
            </a:extLst>
          </p:cNvPr>
          <p:cNvSpPr>
            <a:spLocks noChangeArrowheads="1"/>
          </p:cNvSpPr>
          <p:nvPr/>
        </p:nvSpPr>
        <p:spPr bwMode="auto">
          <a:xfrm>
            <a:off x="5148263" y="2924175"/>
            <a:ext cx="3832225" cy="301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class TreeNode&lt;E&gt; {</a:t>
            </a:r>
            <a:endParaRPr lang="en-US" altLang="en-US" sz="1800" b="1" dirty="0">
              <a:solidFill>
                <a:schemeClr val="tx2"/>
              </a:solidFill>
              <a:latin typeface="Courier New" panose="02070309020205020404" pitchFamily="49" charset="0"/>
              <a:cs typeface="Times New Roman" panose="02020603050405020304" pitchFamily="18" charset="0"/>
            </a:endParaRPr>
          </a:p>
          <a:p>
            <a:pPr>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  E element;</a:t>
            </a:r>
            <a:endParaRPr lang="en-US" altLang="en-US" sz="1800" b="1" dirty="0">
              <a:solidFill>
                <a:schemeClr val="tx2"/>
              </a:solidFill>
              <a:latin typeface="Courier New" panose="02070309020205020404" pitchFamily="49" charset="0"/>
              <a:cs typeface="Times New Roman" panose="02020603050405020304" pitchFamily="18" charset="0"/>
            </a:endParaRPr>
          </a:p>
          <a:p>
            <a:pPr>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  TreeNode&lt;E&gt; left;</a:t>
            </a:r>
            <a:endParaRPr lang="en-US" altLang="en-US" sz="1800" b="1" dirty="0">
              <a:solidFill>
                <a:schemeClr val="tx2"/>
              </a:solidFill>
              <a:latin typeface="Courier New" panose="02070309020205020404" pitchFamily="49" charset="0"/>
              <a:cs typeface="Times New Roman" panose="02020603050405020304" pitchFamily="18" charset="0"/>
            </a:endParaRPr>
          </a:p>
          <a:p>
            <a:pPr>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  TreeNode&lt;E&gt; right;</a:t>
            </a:r>
            <a:endParaRPr lang="en-US" altLang="en-US" sz="1800" b="1" dirty="0">
              <a:solidFill>
                <a:schemeClr val="tx2"/>
              </a:solidFill>
              <a:latin typeface="Courier New" panose="02070309020205020404" pitchFamily="49" charset="0"/>
              <a:cs typeface="Times New Roman" panose="02020603050405020304" pitchFamily="18" charset="0"/>
            </a:endParaRPr>
          </a:p>
          <a:p>
            <a:pPr>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 </a:t>
            </a:r>
            <a:endParaRPr lang="en-US" altLang="en-US" sz="1800" b="1" dirty="0">
              <a:solidFill>
                <a:schemeClr val="tx2"/>
              </a:solidFill>
              <a:latin typeface="Courier New" panose="02070309020205020404" pitchFamily="49" charset="0"/>
              <a:cs typeface="Times New Roman" panose="02020603050405020304" pitchFamily="18" charset="0"/>
            </a:endParaRPr>
          </a:p>
          <a:p>
            <a:pPr>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  public TreeNode(E o) {</a:t>
            </a:r>
            <a:endParaRPr lang="en-US" altLang="en-US" sz="1800" b="1" dirty="0">
              <a:solidFill>
                <a:schemeClr val="tx2"/>
              </a:solidFill>
              <a:latin typeface="Courier New" panose="02070309020205020404" pitchFamily="49" charset="0"/>
              <a:cs typeface="Times New Roman" panose="02020603050405020304" pitchFamily="18" charset="0"/>
            </a:endParaRPr>
          </a:p>
          <a:p>
            <a:pPr>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    element = o;</a:t>
            </a:r>
            <a:endParaRPr lang="en-US" altLang="en-US" sz="1800" b="1" dirty="0">
              <a:solidFill>
                <a:schemeClr val="tx2"/>
              </a:solidFill>
              <a:latin typeface="Courier New" panose="02070309020205020404" pitchFamily="49" charset="0"/>
              <a:cs typeface="Times New Roman" panose="02020603050405020304" pitchFamily="18" charset="0"/>
            </a:endParaRPr>
          </a:p>
          <a:p>
            <a:pPr>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  }</a:t>
            </a:r>
          </a:p>
          <a:p>
            <a:pPr>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a:t>
            </a:r>
          </a:p>
        </p:txBody>
      </p:sp>
      <p:pic>
        <p:nvPicPr>
          <p:cNvPr id="9234" name="Picture 19">
            <a:extLst>
              <a:ext uri="{FF2B5EF4-FFF2-40B4-BE49-F238E27FC236}">
                <a16:creationId xmlns:a16="http://schemas.microsoft.com/office/drawing/2014/main" id="{8F370C9A-E890-41D3-868F-F2BACA434760}"/>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924175"/>
            <a:ext cx="4962525" cy="3019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a:extLst>
              <a:ext uri="{FF2B5EF4-FFF2-40B4-BE49-F238E27FC236}">
                <a16:creationId xmlns:a16="http://schemas.microsoft.com/office/drawing/2014/main" id="{C496A122-C30B-4FFE-BBC2-1F9C9394098E}"/>
              </a:ext>
            </a:extLst>
          </p:cNvPr>
          <p:cNvSpPr>
            <a:spLocks noGrp="1" noChangeArrowheads="1"/>
          </p:cNvSpPr>
          <p:nvPr>
            <p:ph type="title"/>
          </p:nvPr>
        </p:nvSpPr>
        <p:spPr>
          <a:xfrm>
            <a:off x="0" y="152400"/>
            <a:ext cx="8839200" cy="533400"/>
          </a:xfrm>
        </p:spPr>
        <p:txBody>
          <a:bodyPr/>
          <a:lstStyle/>
          <a:p>
            <a:r>
              <a:rPr lang="en-US" altLang="en-US" sz="3600"/>
              <a:t>Searching an Element in a Binary Search Tree</a:t>
            </a:r>
          </a:p>
        </p:txBody>
      </p:sp>
      <p:sp>
        <p:nvSpPr>
          <p:cNvPr id="10256" name="Rectangle 19">
            <a:extLst>
              <a:ext uri="{FF2B5EF4-FFF2-40B4-BE49-F238E27FC236}">
                <a16:creationId xmlns:a16="http://schemas.microsoft.com/office/drawing/2014/main" id="{B38487FC-C0FD-4AAC-8ABA-A0EB026F48CA}"/>
              </a:ext>
            </a:extLst>
          </p:cNvPr>
          <p:cNvSpPr>
            <a:spLocks noGrp="1" noChangeArrowheads="1"/>
          </p:cNvSpPr>
          <p:nvPr>
            <p:ph idx="1"/>
          </p:nvPr>
        </p:nvSpPr>
        <p:spPr>
          <a:xfrm>
            <a:off x="179388" y="873125"/>
            <a:ext cx="7488237" cy="3779838"/>
          </a:xfrm>
        </p:spPr>
        <p:txBody>
          <a:bodyPr/>
          <a:lstStyle/>
          <a:p>
            <a:pPr marL="0" indent="0">
              <a:lnSpc>
                <a:spcPct val="80000"/>
              </a:lnSpc>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public boolean search(E element) {</a:t>
            </a:r>
          </a:p>
          <a:p>
            <a:pPr marL="0" indent="0">
              <a:lnSpc>
                <a:spcPct val="80000"/>
              </a:lnSpc>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  TreeNode&lt;E&gt; current = root; </a:t>
            </a:r>
            <a:r>
              <a:rPr lang="en-US" altLang="en-US" sz="1800" b="1" i="1" dirty="0">
                <a:solidFill>
                  <a:schemeClr val="tx2"/>
                </a:solidFill>
                <a:latin typeface="Courier New" panose="02070309020205020404" pitchFamily="49" charset="0"/>
                <a:cs typeface="Courier New" panose="02070309020205020404" pitchFamily="49" charset="0"/>
              </a:rPr>
              <a:t>// Start from the root</a:t>
            </a:r>
          </a:p>
          <a:p>
            <a:pPr marL="0" indent="0">
              <a:lnSpc>
                <a:spcPct val="80000"/>
              </a:lnSpc>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  while (current != null) </a:t>
            </a:r>
          </a:p>
          <a:p>
            <a:pPr marL="0" indent="0">
              <a:lnSpc>
                <a:spcPct val="80000"/>
              </a:lnSpc>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  {</a:t>
            </a:r>
          </a:p>
          <a:p>
            <a:pPr marL="0" indent="0">
              <a:lnSpc>
                <a:spcPct val="80000"/>
              </a:lnSpc>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      if (element &lt; current.element) </a:t>
            </a:r>
          </a:p>
          <a:p>
            <a:pPr marL="0" indent="0">
              <a:lnSpc>
                <a:spcPct val="80000"/>
              </a:lnSpc>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          current = current.left; </a:t>
            </a:r>
            <a:r>
              <a:rPr lang="en-US" altLang="en-US" sz="1800" b="1" i="1" dirty="0">
                <a:solidFill>
                  <a:schemeClr val="tx2"/>
                </a:solidFill>
                <a:latin typeface="Courier New" panose="02070309020205020404" pitchFamily="49" charset="0"/>
                <a:cs typeface="Courier New" panose="02070309020205020404" pitchFamily="49" charset="0"/>
              </a:rPr>
              <a:t>// Go left</a:t>
            </a:r>
          </a:p>
          <a:p>
            <a:pPr marL="0" indent="0">
              <a:lnSpc>
                <a:spcPct val="80000"/>
              </a:lnSpc>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      else if (element &gt; current.element) </a:t>
            </a:r>
          </a:p>
          <a:p>
            <a:pPr marL="0" indent="0">
              <a:lnSpc>
                <a:spcPct val="80000"/>
              </a:lnSpc>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          current = current.right; </a:t>
            </a:r>
            <a:r>
              <a:rPr lang="en-US" altLang="en-US" sz="1800" b="1" i="1" dirty="0">
                <a:solidFill>
                  <a:schemeClr val="tx2"/>
                </a:solidFill>
                <a:latin typeface="Courier New" panose="02070309020205020404" pitchFamily="49" charset="0"/>
                <a:cs typeface="Courier New" panose="02070309020205020404" pitchFamily="49" charset="0"/>
              </a:rPr>
              <a:t>// Go right</a:t>
            </a:r>
          </a:p>
          <a:p>
            <a:pPr marL="0" indent="0">
              <a:lnSpc>
                <a:spcPct val="80000"/>
              </a:lnSpc>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      else   // </a:t>
            </a:r>
            <a:r>
              <a:rPr lang="en-US" altLang="en-US" sz="1800" b="1" i="1" dirty="0">
                <a:solidFill>
                  <a:schemeClr val="tx2"/>
                </a:solidFill>
                <a:latin typeface="Courier New" panose="02070309020205020404" pitchFamily="49" charset="0"/>
                <a:cs typeface="Courier New" panose="02070309020205020404" pitchFamily="49" charset="0"/>
              </a:rPr>
              <a:t>Element matches current.element</a:t>
            </a:r>
          </a:p>
          <a:p>
            <a:pPr marL="0" indent="0">
              <a:lnSpc>
                <a:spcPct val="80000"/>
              </a:lnSpc>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          return true; // Element is found</a:t>
            </a:r>
          </a:p>
          <a:p>
            <a:pPr marL="0" indent="0">
              <a:lnSpc>
                <a:spcPct val="80000"/>
              </a:lnSpc>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  }</a:t>
            </a:r>
          </a:p>
          <a:p>
            <a:pPr marL="0" indent="0">
              <a:lnSpc>
                <a:spcPct val="80000"/>
              </a:lnSpc>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  return false; </a:t>
            </a:r>
            <a:r>
              <a:rPr lang="en-US" altLang="en-US" sz="1800" b="1" i="1" dirty="0">
                <a:solidFill>
                  <a:schemeClr val="tx2"/>
                </a:solidFill>
                <a:latin typeface="Courier New" panose="02070309020205020404" pitchFamily="49" charset="0"/>
                <a:cs typeface="Courier New" panose="02070309020205020404" pitchFamily="49" charset="0"/>
              </a:rPr>
              <a:t>// Element is not in the tree</a:t>
            </a:r>
          </a:p>
          <a:p>
            <a:pPr marL="0" indent="0">
              <a:lnSpc>
                <a:spcPct val="80000"/>
              </a:lnSpc>
              <a:buFont typeface="Monotype Sorts"/>
              <a:buNone/>
            </a:pPr>
            <a:r>
              <a:rPr lang="en-US" altLang="en-US" sz="1800" b="1" dirty="0">
                <a:solidFill>
                  <a:schemeClr val="tx2"/>
                </a:solidFill>
                <a:latin typeface="Courier New" panose="02070309020205020404" pitchFamily="49" charset="0"/>
                <a:cs typeface="Courier New" panose="02070309020205020404" pitchFamily="49" charset="0"/>
              </a:rPr>
              <a:t>}</a:t>
            </a:r>
          </a:p>
        </p:txBody>
      </p:sp>
      <p:sp>
        <p:nvSpPr>
          <p:cNvPr id="10242" name="Slide Number Placeholder 4">
            <a:extLst>
              <a:ext uri="{FF2B5EF4-FFF2-40B4-BE49-F238E27FC236}">
                <a16:creationId xmlns:a16="http://schemas.microsoft.com/office/drawing/2014/main" id="{FA41A5A3-A5E7-4B1E-ACE4-88FC839CA11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E31DA15-D55E-46D2-959F-DF49F7918444}" type="slidenum">
              <a:rPr lang="en-US" altLang="en-US" sz="1400"/>
              <a:pPr>
                <a:spcBef>
                  <a:spcPct val="0"/>
                </a:spcBef>
                <a:buClrTx/>
                <a:buSzTx/>
                <a:buFontTx/>
                <a:buNone/>
              </a:pPr>
              <a:t>7</a:t>
            </a:fld>
            <a:endParaRPr lang="en-US" altLang="en-US"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D74B07D4-98A4-4C5B-AD43-4AC97EFCD4BD}"/>
              </a:ext>
            </a:extLst>
          </p:cNvPr>
          <p:cNvSpPr>
            <a:spLocks noGrp="1" noChangeArrowheads="1"/>
          </p:cNvSpPr>
          <p:nvPr>
            <p:ph type="title"/>
          </p:nvPr>
        </p:nvSpPr>
        <p:spPr>
          <a:xfrm>
            <a:off x="0" y="152400"/>
            <a:ext cx="8839200" cy="533400"/>
          </a:xfrm>
        </p:spPr>
        <p:txBody>
          <a:bodyPr/>
          <a:lstStyle/>
          <a:p>
            <a:r>
              <a:rPr lang="en-US" altLang="en-US" sz="3600"/>
              <a:t>Inserting an Element to a Binary Search Tree</a:t>
            </a:r>
          </a:p>
        </p:txBody>
      </p:sp>
      <p:sp>
        <p:nvSpPr>
          <p:cNvPr id="11278" name="Rectangle 13">
            <a:extLst>
              <a:ext uri="{FF2B5EF4-FFF2-40B4-BE49-F238E27FC236}">
                <a16:creationId xmlns:a16="http://schemas.microsoft.com/office/drawing/2014/main" id="{A54101AF-095B-43FE-BADE-DED183ACF231}"/>
              </a:ext>
            </a:extLst>
          </p:cNvPr>
          <p:cNvSpPr>
            <a:spLocks noGrp="1" noChangeArrowheads="1"/>
          </p:cNvSpPr>
          <p:nvPr>
            <p:ph idx="1"/>
          </p:nvPr>
        </p:nvSpPr>
        <p:spPr>
          <a:xfrm>
            <a:off x="228600" y="1052513"/>
            <a:ext cx="8664575" cy="2952750"/>
          </a:xfrm>
        </p:spPr>
        <p:txBody>
          <a:bodyPr/>
          <a:lstStyle/>
          <a:p>
            <a:pPr>
              <a:lnSpc>
                <a:spcPct val="90000"/>
              </a:lnSpc>
              <a:buFont typeface="Wingdings" panose="05000000000000000000" pitchFamily="2" charset="2"/>
              <a:buChar char="§"/>
            </a:pPr>
            <a:r>
              <a:rPr lang="en-US" altLang="en-US" sz="2800" dirty="0">
                <a:cs typeface="Times New Roman" panose="02020603050405020304" pitchFamily="18" charset="0"/>
              </a:rPr>
              <a:t>If a binary tree is empty, create a root node with the new element. </a:t>
            </a:r>
          </a:p>
          <a:p>
            <a:pPr>
              <a:lnSpc>
                <a:spcPct val="90000"/>
              </a:lnSpc>
              <a:buFont typeface="Wingdings" panose="05000000000000000000" pitchFamily="2" charset="2"/>
              <a:buChar char="§"/>
            </a:pPr>
            <a:r>
              <a:rPr lang="en-US" altLang="en-US" sz="2800" dirty="0">
                <a:cs typeface="Times New Roman" panose="02020603050405020304" pitchFamily="18" charset="0"/>
              </a:rPr>
              <a:t>Otherwise, locate the parent node for the new element node. </a:t>
            </a:r>
          </a:p>
          <a:p>
            <a:pPr>
              <a:lnSpc>
                <a:spcPct val="90000"/>
              </a:lnSpc>
              <a:buFont typeface="Wingdings" panose="05000000000000000000" pitchFamily="2" charset="2"/>
              <a:buChar char="§"/>
            </a:pPr>
            <a:r>
              <a:rPr lang="en-US" altLang="en-US" sz="2800" dirty="0">
                <a:cs typeface="Times New Roman" panose="02020603050405020304" pitchFamily="18" charset="0"/>
              </a:rPr>
              <a:t>If the new element is less than the parent element, the node for the new element becomes the left child of the parent. </a:t>
            </a:r>
          </a:p>
          <a:p>
            <a:pPr>
              <a:lnSpc>
                <a:spcPct val="90000"/>
              </a:lnSpc>
              <a:buFont typeface="Wingdings" panose="05000000000000000000" pitchFamily="2" charset="2"/>
              <a:buChar char="§"/>
            </a:pPr>
            <a:r>
              <a:rPr lang="en-US" altLang="en-US" sz="2800" dirty="0">
                <a:cs typeface="Times New Roman" panose="02020603050405020304" pitchFamily="18" charset="0"/>
              </a:rPr>
              <a:t>If the new element is greater than the parent element, the node for the new element becomes the right child of the parent. </a:t>
            </a:r>
          </a:p>
          <a:p>
            <a:pPr>
              <a:lnSpc>
                <a:spcPct val="90000"/>
              </a:lnSpc>
              <a:buFont typeface="Wingdings" panose="05000000000000000000" pitchFamily="2" charset="2"/>
              <a:buChar char="§"/>
            </a:pPr>
            <a:r>
              <a:rPr lang="en-US" altLang="en-US" sz="2800" dirty="0">
                <a:cs typeface="Times New Roman" panose="02020603050405020304" pitchFamily="18" charset="0"/>
              </a:rPr>
              <a:t>Here is the algorithm:</a:t>
            </a:r>
            <a:r>
              <a:rPr lang="en-US" altLang="en-US" sz="2800" dirty="0">
                <a:cs typeface="Courier New" panose="02070309020205020404" pitchFamily="49" charset="0"/>
              </a:rPr>
              <a:t> </a:t>
            </a:r>
          </a:p>
        </p:txBody>
      </p:sp>
      <p:sp>
        <p:nvSpPr>
          <p:cNvPr id="11266" name="Slide Number Placeholder 4">
            <a:extLst>
              <a:ext uri="{FF2B5EF4-FFF2-40B4-BE49-F238E27FC236}">
                <a16:creationId xmlns:a16="http://schemas.microsoft.com/office/drawing/2014/main" id="{B322B206-014A-4599-BC25-6B673D4CC1F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0EE7E58-B0F1-4AF1-8941-F75D69596807}" type="slidenum">
              <a:rPr lang="en-US" altLang="en-US" sz="1400"/>
              <a:pPr>
                <a:spcBef>
                  <a:spcPct val="0"/>
                </a:spcBef>
                <a:buClrTx/>
                <a:buSzTx/>
                <a:buFontTx/>
                <a:buNone/>
              </a:pPr>
              <a:t>8</a:t>
            </a:fld>
            <a:endParaRPr lang="en-US" altLang="en-US" sz="1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a:extLst>
              <a:ext uri="{FF2B5EF4-FFF2-40B4-BE49-F238E27FC236}">
                <a16:creationId xmlns:a16="http://schemas.microsoft.com/office/drawing/2014/main" id="{A224E3F3-5241-41BD-B17C-BD4281E250C9}"/>
              </a:ext>
            </a:extLst>
          </p:cNvPr>
          <p:cNvSpPr>
            <a:spLocks noGrp="1" noChangeArrowheads="1"/>
          </p:cNvSpPr>
          <p:nvPr>
            <p:ph type="title"/>
          </p:nvPr>
        </p:nvSpPr>
        <p:spPr>
          <a:xfrm>
            <a:off x="0" y="152400"/>
            <a:ext cx="8839200" cy="533400"/>
          </a:xfrm>
        </p:spPr>
        <p:txBody>
          <a:bodyPr/>
          <a:lstStyle/>
          <a:p>
            <a:r>
              <a:rPr lang="en-US" altLang="en-US" sz="3600"/>
              <a:t>Inserting an Element into a Binary Tree</a:t>
            </a:r>
          </a:p>
        </p:txBody>
      </p:sp>
      <p:sp>
        <p:nvSpPr>
          <p:cNvPr id="12299" name="Rectangle 13">
            <a:extLst>
              <a:ext uri="{FF2B5EF4-FFF2-40B4-BE49-F238E27FC236}">
                <a16:creationId xmlns:a16="http://schemas.microsoft.com/office/drawing/2014/main" id="{FB529ADE-FAD7-469A-83A0-D7CA0CD72E0C}"/>
              </a:ext>
            </a:extLst>
          </p:cNvPr>
          <p:cNvSpPr>
            <a:spLocks noGrp="1" noChangeArrowheads="1"/>
          </p:cNvSpPr>
          <p:nvPr>
            <p:ph idx="1"/>
          </p:nvPr>
        </p:nvSpPr>
        <p:spPr>
          <a:xfrm>
            <a:off x="-1" y="762000"/>
            <a:ext cx="5903913" cy="5867400"/>
          </a:xfrm>
        </p:spPr>
        <p:txBody>
          <a:bodyPr/>
          <a:lstStyle/>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200" b="1" dirty="0" err="1">
                <a:solidFill>
                  <a:schemeClr val="tx2"/>
                </a:solidFill>
                <a:latin typeface="Courier New" panose="02070309020205020404" pitchFamily="49" charset="0"/>
                <a:cs typeface="Times New Roman" panose="02020603050405020304" pitchFamily="18" charset="0"/>
              </a:rPr>
              <a:t>current.element</a:t>
            </a:r>
            <a:r>
              <a:rPr lang="en-US" altLang="en-US" sz="12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       current = </a:t>
            </a:r>
            <a:r>
              <a:rPr lang="en-US" altLang="en-US" sz="1200" b="1" dirty="0" err="1">
                <a:solidFill>
                  <a:schemeClr val="tx2"/>
                </a:solidFill>
                <a:latin typeface="Courier New" panose="02070309020205020404" pitchFamily="49" charset="0"/>
                <a:cs typeface="Times New Roman" panose="02020603050405020304" pitchFamily="18" charset="0"/>
              </a:rPr>
              <a:t>current.left</a:t>
            </a:r>
            <a:r>
              <a:rPr lang="en-US" altLang="en-US" sz="12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200" b="1" dirty="0" err="1">
                <a:solidFill>
                  <a:schemeClr val="tx2"/>
                </a:solidFill>
                <a:latin typeface="Courier New" panose="02070309020205020404" pitchFamily="49" charset="0"/>
                <a:cs typeface="Times New Roman" panose="02020603050405020304" pitchFamily="18" charset="0"/>
              </a:rPr>
              <a:t>current.element</a:t>
            </a:r>
            <a:r>
              <a:rPr lang="en-US" altLang="en-US" sz="12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       current = </a:t>
            </a:r>
            <a:r>
              <a:rPr lang="en-US" altLang="en-US" sz="1200" b="1" dirty="0" err="1">
                <a:solidFill>
                  <a:schemeClr val="tx2"/>
                </a:solidFill>
                <a:latin typeface="Courier New" panose="02070309020205020404" pitchFamily="49" charset="0"/>
                <a:cs typeface="Times New Roman" panose="02020603050405020304" pitchFamily="18" charset="0"/>
              </a:rPr>
              <a:t>current.right</a:t>
            </a:r>
            <a:r>
              <a:rPr lang="en-US" altLang="en-US" sz="12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  if (element &lt; </a:t>
            </a:r>
            <a:r>
              <a:rPr lang="en-US" altLang="en-US" sz="1200" b="1" dirty="0" err="1">
                <a:solidFill>
                  <a:schemeClr val="tx2"/>
                </a:solidFill>
                <a:latin typeface="Courier New" panose="02070309020205020404" pitchFamily="49" charset="0"/>
                <a:cs typeface="Times New Roman" panose="02020603050405020304" pitchFamily="18" charset="0"/>
              </a:rPr>
              <a:t>parent.element</a:t>
            </a:r>
            <a:r>
              <a:rPr lang="en-US" altLang="en-US" sz="12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    </a:t>
            </a:r>
            <a:r>
              <a:rPr lang="en-US" altLang="en-US" sz="1200" b="1" dirty="0" err="1">
                <a:solidFill>
                  <a:schemeClr val="tx2"/>
                </a:solidFill>
                <a:latin typeface="Courier New" panose="02070309020205020404" pitchFamily="49" charset="0"/>
                <a:cs typeface="Times New Roman" panose="02020603050405020304" pitchFamily="18" charset="0"/>
              </a:rPr>
              <a:t>parent.left</a:t>
            </a:r>
            <a:r>
              <a:rPr lang="en-US" altLang="en-US" sz="1200" b="1" dirty="0">
                <a:solidFill>
                  <a:schemeClr val="tx2"/>
                </a:solidFill>
                <a:latin typeface="Courier New" panose="02070309020205020404" pitchFamily="49" charset="0"/>
                <a:cs typeface="Times New Roman" panose="02020603050405020304" pitchFamily="18" charset="0"/>
              </a:rPr>
              <a:t> = new TreeNode(</a:t>
            </a:r>
            <a:r>
              <a:rPr lang="en-US" altLang="en-US" sz="1200" b="1" dirty="0" err="1">
                <a:solidFill>
                  <a:schemeClr val="tx2"/>
                </a:solidFill>
                <a:latin typeface="Courier New" panose="02070309020205020404" pitchFamily="49" charset="0"/>
                <a:cs typeface="Times New Roman" panose="02020603050405020304" pitchFamily="18" charset="0"/>
              </a:rPr>
              <a:t>elemenet</a:t>
            </a:r>
            <a:r>
              <a:rPr lang="en-US" altLang="en-US" sz="12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    </a:t>
            </a:r>
            <a:r>
              <a:rPr lang="en-US" altLang="en-US" sz="1200" b="1" dirty="0" err="1">
                <a:solidFill>
                  <a:schemeClr val="tx2"/>
                </a:solidFill>
                <a:latin typeface="Courier New" panose="02070309020205020404" pitchFamily="49" charset="0"/>
                <a:cs typeface="Times New Roman" panose="02020603050405020304" pitchFamily="18" charset="0"/>
              </a:rPr>
              <a:t>parent.right</a:t>
            </a:r>
            <a:r>
              <a:rPr lang="en-US" altLang="en-US" sz="1200" b="1" dirty="0">
                <a:solidFill>
                  <a:schemeClr val="tx2"/>
                </a:solidFill>
                <a:latin typeface="Courier New" panose="02070309020205020404" pitchFamily="49" charset="0"/>
                <a:cs typeface="Times New Roman" panose="02020603050405020304" pitchFamily="18" charset="0"/>
              </a:rPr>
              <a:t> = new TreeNode(</a:t>
            </a:r>
            <a:r>
              <a:rPr lang="en-US" altLang="en-US" sz="1200" b="1" dirty="0" err="1">
                <a:solidFill>
                  <a:schemeClr val="tx2"/>
                </a:solidFill>
                <a:latin typeface="Courier New" panose="02070309020205020404" pitchFamily="49" charset="0"/>
                <a:cs typeface="Times New Roman" panose="02020603050405020304" pitchFamily="18" charset="0"/>
              </a:rPr>
              <a:t>elemenet</a:t>
            </a:r>
            <a:r>
              <a:rPr lang="en-US" altLang="en-US" sz="12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2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2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600" b="1" dirty="0">
                <a:solidFill>
                  <a:schemeClr val="tx2"/>
                </a:solidFill>
                <a:latin typeface="Courier New" panose="02070309020205020404" pitchFamily="49" charset="0"/>
                <a:cs typeface="Courier New" panose="02070309020205020404" pitchFamily="49" charset="0"/>
              </a:rPr>
              <a:t> </a:t>
            </a:r>
          </a:p>
        </p:txBody>
      </p:sp>
      <p:sp>
        <p:nvSpPr>
          <p:cNvPr id="12290" name="Slide Number Placeholder 4">
            <a:extLst>
              <a:ext uri="{FF2B5EF4-FFF2-40B4-BE49-F238E27FC236}">
                <a16:creationId xmlns:a16="http://schemas.microsoft.com/office/drawing/2014/main" id="{46667C0B-5475-4D3E-9089-D6B585049DA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52ACF25-4098-43B9-A8CB-C1AA3F2B932E}" type="slidenum">
              <a:rPr lang="en-US" altLang="en-US" sz="1400"/>
              <a:pPr>
                <a:spcBef>
                  <a:spcPct val="0"/>
                </a:spcBef>
                <a:buClrTx/>
                <a:buSzTx/>
                <a:buFontTx/>
                <a:buNone/>
              </a:pPr>
              <a:t>9</a:t>
            </a:fld>
            <a:endParaRPr lang="en-US" altLang="en-US" sz="1400"/>
          </a:p>
        </p:txBody>
      </p:sp>
      <p:sp>
        <p:nvSpPr>
          <p:cNvPr id="12302" name="Rectangle 16">
            <a:extLst>
              <a:ext uri="{FF2B5EF4-FFF2-40B4-BE49-F238E27FC236}">
                <a16:creationId xmlns:a16="http://schemas.microsoft.com/office/drawing/2014/main" id="{9E87B723-B892-47F9-B86C-64B54E3BFEA8}"/>
              </a:ext>
            </a:extLst>
          </p:cNvPr>
          <p:cNvSpPr>
            <a:spLocks noChangeArrowheads="1"/>
          </p:cNvSpPr>
          <p:nvPr/>
        </p:nvSpPr>
        <p:spPr bwMode="auto">
          <a:xfrm>
            <a:off x="5903913" y="981075"/>
            <a:ext cx="3011487"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graphicFrame>
        <p:nvGraphicFramePr>
          <p:cNvPr id="12304" name="Object 17">
            <a:extLst>
              <a:ext uri="{FF2B5EF4-FFF2-40B4-BE49-F238E27FC236}">
                <a16:creationId xmlns:a16="http://schemas.microsoft.com/office/drawing/2014/main" id="{E51AC141-6EFC-4C62-A23B-863CA94E5184}"/>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119524131"/>
              </p:ext>
            </p:extLst>
          </p:nvPr>
        </p:nvGraphicFramePr>
        <p:xfrm>
          <a:off x="5508625" y="3514725"/>
          <a:ext cx="3538538" cy="2814638"/>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625" y="3514725"/>
                        <a:ext cx="3538538" cy="281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a:extLst>
              <a:ext uri="{FF2B5EF4-FFF2-40B4-BE49-F238E27FC236}">
                <a16:creationId xmlns:a16="http://schemas.microsoft.com/office/drawing/2014/main" id="{F73FFB9D-0A06-4C2E-B78F-AFB19793E1A3}"/>
              </a:ext>
            </a:extLst>
          </p:cNvPr>
          <p:cNvSpPr>
            <a:spLocks noGrp="1" noChangeArrowheads="1"/>
          </p:cNvSpPr>
          <p:nvPr>
            <p:ph type="title"/>
          </p:nvPr>
        </p:nvSpPr>
        <p:spPr>
          <a:xfrm>
            <a:off x="0" y="152400"/>
            <a:ext cx="8839200" cy="533400"/>
          </a:xfrm>
        </p:spPr>
        <p:txBody>
          <a:bodyPr/>
          <a:lstStyle/>
          <a:p>
            <a:r>
              <a:rPr lang="en-US" altLang="en-US" sz="2400">
                <a:cs typeface="Courier New" panose="02070309020205020404" pitchFamily="49" charset="0"/>
              </a:rPr>
              <a:t>Trace Inserting 101 into the following tree</a:t>
            </a:r>
          </a:p>
        </p:txBody>
      </p:sp>
      <p:sp>
        <p:nvSpPr>
          <p:cNvPr id="13326" name="Rectangle 13">
            <a:extLst>
              <a:ext uri="{FF2B5EF4-FFF2-40B4-BE49-F238E27FC236}">
                <a16:creationId xmlns:a16="http://schemas.microsoft.com/office/drawing/2014/main" id="{6D063DA4-4948-4C14-AB68-63546A5BCD6A}"/>
              </a:ext>
            </a:extLst>
          </p:cNvPr>
          <p:cNvSpPr>
            <a:spLocks noGrp="1" noChangeArrowheads="1"/>
          </p:cNvSpPr>
          <p:nvPr>
            <p:ph idx="1"/>
          </p:nvPr>
        </p:nvSpPr>
        <p:spPr>
          <a:xfrm>
            <a:off x="0" y="762000"/>
            <a:ext cx="5791200" cy="5867400"/>
          </a:xfrm>
        </p:spPr>
        <p:txBody>
          <a:bodyPr/>
          <a:lstStyle/>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current.left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current.right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&lt; </a:t>
            </a:r>
            <a:r>
              <a:rPr lang="en-US" altLang="en-US" sz="1100" b="1" dirty="0" err="1">
                <a:solidFill>
                  <a:schemeClr val="tx2"/>
                </a:solidFill>
                <a:latin typeface="Courier New" panose="02070309020205020404" pitchFamily="49" charset="0"/>
                <a:cs typeface="Times New Roman" panose="02020603050405020304" pitchFamily="18" charset="0"/>
              </a:rPr>
              <a:t>parent.element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parent.left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parent.right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1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400" b="1" dirty="0">
                <a:solidFill>
                  <a:schemeClr val="tx2"/>
                </a:solidFill>
                <a:latin typeface="Courier New" panose="02070309020205020404" pitchFamily="49" charset="0"/>
                <a:cs typeface="Courier New" panose="02070309020205020404" pitchFamily="49" charset="0"/>
              </a:rPr>
              <a:t> </a:t>
            </a:r>
          </a:p>
        </p:txBody>
      </p:sp>
      <p:sp>
        <p:nvSpPr>
          <p:cNvPr id="13314" name="Slide Number Placeholder 4">
            <a:extLst>
              <a:ext uri="{FF2B5EF4-FFF2-40B4-BE49-F238E27FC236}">
                <a16:creationId xmlns:a16="http://schemas.microsoft.com/office/drawing/2014/main" id="{EC8B1D0B-BF3A-488C-BDCE-96B983AD2CC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D0A796F-BE3C-4963-B789-2C8EDA9109ED}" type="slidenum">
              <a:rPr lang="en-US" altLang="en-US" sz="1400"/>
              <a:pPr>
                <a:spcBef>
                  <a:spcPct val="0"/>
                </a:spcBef>
                <a:buClrTx/>
                <a:buSzTx/>
                <a:buFontTx/>
                <a:buNone/>
              </a:pPr>
              <a:t>10</a:t>
            </a:fld>
            <a:endParaRPr lang="en-US" altLang="en-US" sz="1400"/>
          </a:p>
        </p:txBody>
      </p:sp>
      <p:sp>
        <p:nvSpPr>
          <p:cNvPr id="13329" name="Rectangle 16">
            <a:extLst>
              <a:ext uri="{FF2B5EF4-FFF2-40B4-BE49-F238E27FC236}">
                <a16:creationId xmlns:a16="http://schemas.microsoft.com/office/drawing/2014/main" id="{179449A8-C6F8-4804-B7CF-06B3EE050B9A}"/>
              </a:ext>
            </a:extLst>
          </p:cNvPr>
          <p:cNvSpPr>
            <a:spLocks noChangeArrowheads="1"/>
          </p:cNvSpPr>
          <p:nvPr/>
        </p:nvSpPr>
        <p:spPr bwMode="auto">
          <a:xfrm>
            <a:off x="4876800" y="990600"/>
            <a:ext cx="40386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graphicFrame>
        <p:nvGraphicFramePr>
          <p:cNvPr id="13331" name="Object 18">
            <a:extLst>
              <a:ext uri="{FF2B5EF4-FFF2-40B4-BE49-F238E27FC236}">
                <a16:creationId xmlns:a16="http://schemas.microsoft.com/office/drawing/2014/main" id="{1D20DA48-7CCC-46EE-A999-78330D379B34}"/>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529741756"/>
              </p:ext>
            </p:extLst>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32" name="Rectangle 19">
            <a:extLst>
              <a:ext uri="{FF2B5EF4-FFF2-40B4-BE49-F238E27FC236}">
                <a16:creationId xmlns:a16="http://schemas.microsoft.com/office/drawing/2014/main" id="{C6B1813C-42DE-4B6B-A58B-449F7BCCB1C1}"/>
              </a:ext>
              <a:ext uri="{C183D7F6-B498-43B3-948B-1728B52AA6E4}">
                <adec:decorative xmlns:adec="http://schemas.microsoft.com/office/drawing/2017/decorative" val="1"/>
              </a:ext>
            </a:extLst>
          </p:cNvPr>
          <p:cNvSpPr>
            <a:spLocks noChangeArrowheads="1"/>
          </p:cNvSpPr>
          <p:nvPr/>
        </p:nvSpPr>
        <p:spPr bwMode="auto">
          <a:xfrm>
            <a:off x="0" y="838200"/>
            <a:ext cx="1600200" cy="152400"/>
          </a:xfrm>
          <a:prstGeom prst="rect">
            <a:avLst/>
          </a:prstGeom>
          <a:solidFill>
            <a:schemeClr val="accent4">
              <a:lumMod val="40000"/>
              <a:lumOff val="60000"/>
              <a:alpha val="67058"/>
            </a:schemeClr>
          </a:solidFill>
          <a:ln>
            <a:noFill/>
          </a:ln>
        </p:spPr>
        <p:txBody>
          <a:bodyPr wrap="none" anchor="ctr"/>
          <a:lstStyle/>
          <a:p>
            <a:endParaRPr lang="en-US" altLang="en-US"/>
          </a:p>
        </p:txBody>
      </p:sp>
      <p:sp>
        <p:nvSpPr>
          <p:cNvPr id="13333" name="Rectangle 20">
            <a:extLst>
              <a:ext uri="{FF2B5EF4-FFF2-40B4-BE49-F238E27FC236}">
                <a16:creationId xmlns:a16="http://schemas.microsoft.com/office/drawing/2014/main" id="{76E9AE00-5790-43D5-9F33-1F02DD727DD7}"/>
              </a:ext>
              <a:ext uri="{C183D7F6-B498-43B3-948B-1728B52AA6E4}">
                <adec:decorative xmlns:adec="http://schemas.microsoft.com/office/drawing/2017/decorative" val="1"/>
              </a:ext>
            </a:extLst>
          </p:cNvPr>
          <p:cNvSpPr>
            <a:spLocks noChangeArrowheads="1"/>
          </p:cNvSpPr>
          <p:nvPr/>
        </p:nvSpPr>
        <p:spPr bwMode="auto">
          <a:xfrm>
            <a:off x="5327650" y="3249613"/>
            <a:ext cx="792163" cy="142875"/>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a:extLst>
              <a:ext uri="{FF2B5EF4-FFF2-40B4-BE49-F238E27FC236}">
                <a16:creationId xmlns:a16="http://schemas.microsoft.com/office/drawing/2014/main" id="{4E6FD2B9-D962-402B-94EC-0E5EE8870626}"/>
              </a:ext>
            </a:extLst>
          </p:cNvPr>
          <p:cNvSpPr>
            <a:spLocks noGrp="1" noChangeArrowheads="1"/>
          </p:cNvSpPr>
          <p:nvPr>
            <p:ph type="title"/>
          </p:nvPr>
        </p:nvSpPr>
        <p:spPr>
          <a:xfrm>
            <a:off x="0" y="152400"/>
            <a:ext cx="8839200" cy="533400"/>
          </a:xfrm>
        </p:spPr>
        <p:txBody>
          <a:bodyPr/>
          <a:lstStyle/>
          <a:p>
            <a:r>
              <a:rPr lang="en-US" altLang="en-US" sz="2400">
                <a:cs typeface="Courier New" panose="02070309020205020404" pitchFamily="49" charset="0"/>
              </a:rPr>
              <a:t>Trace Inserting 101 into the following tree, cont.</a:t>
            </a:r>
          </a:p>
        </p:txBody>
      </p:sp>
      <p:sp>
        <p:nvSpPr>
          <p:cNvPr id="14350" name="Rectangle 13">
            <a:extLst>
              <a:ext uri="{FF2B5EF4-FFF2-40B4-BE49-F238E27FC236}">
                <a16:creationId xmlns:a16="http://schemas.microsoft.com/office/drawing/2014/main" id="{EA547E7F-9998-4F4F-8E9F-ED5D930017E4}"/>
              </a:ext>
            </a:extLst>
          </p:cNvPr>
          <p:cNvSpPr>
            <a:spLocks noGrp="1" noChangeArrowheads="1"/>
          </p:cNvSpPr>
          <p:nvPr>
            <p:ph idx="1"/>
          </p:nvPr>
        </p:nvSpPr>
        <p:spPr>
          <a:xfrm>
            <a:off x="0" y="762000"/>
            <a:ext cx="5791200" cy="5867400"/>
          </a:xfrm>
        </p:spPr>
        <p:txBody>
          <a:bodyPr/>
          <a:lstStyle/>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current.left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current.right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&lt; </a:t>
            </a:r>
            <a:r>
              <a:rPr lang="en-US" altLang="en-US" sz="1100" b="1" dirty="0" err="1">
                <a:solidFill>
                  <a:schemeClr val="tx2"/>
                </a:solidFill>
                <a:latin typeface="Courier New" panose="02070309020205020404" pitchFamily="49" charset="0"/>
                <a:cs typeface="Times New Roman" panose="02020603050405020304" pitchFamily="18" charset="0"/>
              </a:rPr>
              <a:t>parent.element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parent.left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parent.right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1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400" b="1" dirty="0">
                <a:solidFill>
                  <a:schemeClr val="tx2"/>
                </a:solidFill>
                <a:latin typeface="Courier New" panose="02070309020205020404" pitchFamily="49" charset="0"/>
                <a:cs typeface="Courier New" panose="02070309020205020404" pitchFamily="49" charset="0"/>
              </a:rPr>
              <a:t> </a:t>
            </a:r>
          </a:p>
        </p:txBody>
      </p:sp>
      <p:sp>
        <p:nvSpPr>
          <p:cNvPr id="14338" name="Slide Number Placeholder 4">
            <a:extLst>
              <a:ext uri="{FF2B5EF4-FFF2-40B4-BE49-F238E27FC236}">
                <a16:creationId xmlns:a16="http://schemas.microsoft.com/office/drawing/2014/main" id="{98728331-C204-485F-B401-76416FF03E8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EC0D158-683A-4055-B946-476FE94CBD23}" type="slidenum">
              <a:rPr lang="en-US" altLang="en-US" sz="1400"/>
              <a:pPr>
                <a:spcBef>
                  <a:spcPct val="0"/>
                </a:spcBef>
                <a:buClrTx/>
                <a:buSzTx/>
                <a:buFontTx/>
                <a:buNone/>
              </a:pPr>
              <a:t>11</a:t>
            </a:fld>
            <a:endParaRPr lang="en-US" altLang="en-US" sz="1400"/>
          </a:p>
        </p:txBody>
      </p:sp>
      <p:sp>
        <p:nvSpPr>
          <p:cNvPr id="14353" name="Rectangle 16">
            <a:extLst>
              <a:ext uri="{FF2B5EF4-FFF2-40B4-BE49-F238E27FC236}">
                <a16:creationId xmlns:a16="http://schemas.microsoft.com/office/drawing/2014/main" id="{5CA339ED-0E53-4DE5-89D3-802EECA2790C}"/>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graphicFrame>
        <p:nvGraphicFramePr>
          <p:cNvPr id="14355" name="Object 18">
            <a:extLst>
              <a:ext uri="{FF2B5EF4-FFF2-40B4-BE49-F238E27FC236}">
                <a16:creationId xmlns:a16="http://schemas.microsoft.com/office/drawing/2014/main" id="{E6983350-A47C-456F-99C2-0B0B634D111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613515278"/>
              </p:ext>
            </p:extLst>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56" name="Rectangle 19">
            <a:extLst>
              <a:ext uri="{FF2B5EF4-FFF2-40B4-BE49-F238E27FC236}">
                <a16:creationId xmlns:a16="http://schemas.microsoft.com/office/drawing/2014/main" id="{9DAA7CBD-C947-475D-BCDB-EFBBE38C6978}"/>
              </a:ext>
              <a:ext uri="{C183D7F6-B498-43B3-948B-1728B52AA6E4}">
                <adec:decorative xmlns:adec="http://schemas.microsoft.com/office/drawing/2017/decorative" val="1"/>
              </a:ext>
            </a:extLst>
          </p:cNvPr>
          <p:cNvSpPr>
            <a:spLocks noChangeArrowheads="1"/>
          </p:cNvSpPr>
          <p:nvPr/>
        </p:nvSpPr>
        <p:spPr bwMode="auto">
          <a:xfrm>
            <a:off x="228600" y="1600200"/>
            <a:ext cx="1600200" cy="173038"/>
          </a:xfrm>
          <a:prstGeom prst="rect">
            <a:avLst/>
          </a:prstGeom>
          <a:solidFill>
            <a:schemeClr val="accent4">
              <a:lumMod val="40000"/>
              <a:lumOff val="60000"/>
              <a:alpha val="67058"/>
            </a:schemeClr>
          </a:solidFill>
          <a:ln>
            <a:noFill/>
          </a:ln>
        </p:spPr>
        <p:txBody>
          <a:bodyPr wrap="none" anchor="ctr"/>
          <a:lstStyle/>
          <a:p>
            <a:endParaRPr lang="en-US" altLang="en-US"/>
          </a:p>
        </p:txBody>
      </p:sp>
      <p:sp>
        <p:nvSpPr>
          <p:cNvPr id="14357" name="Rectangle 22">
            <a:extLst>
              <a:ext uri="{FF2B5EF4-FFF2-40B4-BE49-F238E27FC236}">
                <a16:creationId xmlns:a16="http://schemas.microsoft.com/office/drawing/2014/main" id="{10D0466B-F75D-400A-89EA-E82236F8EB5E}"/>
              </a:ext>
              <a:ext uri="{C183D7F6-B498-43B3-948B-1728B52AA6E4}">
                <adec:decorative xmlns:adec="http://schemas.microsoft.com/office/drawing/2017/decorative" val="1"/>
              </a:ext>
            </a:extLst>
          </p:cNvPr>
          <p:cNvSpPr>
            <a:spLocks noChangeArrowheads="1"/>
          </p:cNvSpPr>
          <p:nvPr/>
        </p:nvSpPr>
        <p:spPr bwMode="auto">
          <a:xfrm>
            <a:off x="5076825" y="3644900"/>
            <a:ext cx="827088" cy="173038"/>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B4DBEA27-1D37-4143-AF70-C90A072C2109}"/>
              </a:ext>
            </a:extLst>
          </p:cNvPr>
          <p:cNvSpPr>
            <a:spLocks noGrp="1" noChangeArrowheads="1"/>
          </p:cNvSpPr>
          <p:nvPr>
            <p:ph type="title"/>
          </p:nvPr>
        </p:nvSpPr>
        <p:spPr>
          <a:xfrm>
            <a:off x="0" y="152400"/>
            <a:ext cx="8839200" cy="533400"/>
          </a:xfrm>
        </p:spPr>
        <p:txBody>
          <a:bodyPr/>
          <a:lstStyle/>
          <a:p>
            <a:r>
              <a:rPr lang="en-US" altLang="en-US" sz="2400">
                <a:cs typeface="Courier New" panose="02070309020205020404" pitchFamily="49" charset="0"/>
              </a:rPr>
              <a:t>Trace Inserting 101 into the following tree, cont.</a:t>
            </a:r>
          </a:p>
        </p:txBody>
      </p:sp>
      <p:sp>
        <p:nvSpPr>
          <p:cNvPr id="15374" name="Rectangle 13">
            <a:extLst>
              <a:ext uri="{FF2B5EF4-FFF2-40B4-BE49-F238E27FC236}">
                <a16:creationId xmlns:a16="http://schemas.microsoft.com/office/drawing/2014/main" id="{23F43782-C3E7-4FC0-A39F-2CC84B6FA4AC}"/>
              </a:ext>
            </a:extLst>
          </p:cNvPr>
          <p:cNvSpPr>
            <a:spLocks noGrp="1" noChangeArrowheads="1"/>
          </p:cNvSpPr>
          <p:nvPr>
            <p:ph idx="1"/>
          </p:nvPr>
        </p:nvSpPr>
        <p:spPr>
          <a:xfrm>
            <a:off x="0" y="762000"/>
            <a:ext cx="5791200" cy="5867400"/>
          </a:xfrm>
        </p:spPr>
        <p:txBody>
          <a:bodyPr/>
          <a:lstStyle/>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current.left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current.right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&lt; </a:t>
            </a:r>
            <a:r>
              <a:rPr lang="en-US" altLang="en-US" sz="1100" b="1" dirty="0" err="1">
                <a:solidFill>
                  <a:schemeClr val="tx2"/>
                </a:solidFill>
                <a:latin typeface="Courier New" panose="02070309020205020404" pitchFamily="49" charset="0"/>
                <a:cs typeface="Times New Roman" panose="02020603050405020304" pitchFamily="18" charset="0"/>
              </a:rPr>
              <a:t>parent.element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parent.left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parent.right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1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400" b="1" dirty="0">
                <a:solidFill>
                  <a:schemeClr val="tx2"/>
                </a:solidFill>
                <a:latin typeface="Courier New" panose="02070309020205020404" pitchFamily="49" charset="0"/>
                <a:cs typeface="Courier New" panose="02070309020205020404" pitchFamily="49" charset="0"/>
              </a:rPr>
              <a:t> </a:t>
            </a:r>
          </a:p>
        </p:txBody>
      </p:sp>
      <p:sp>
        <p:nvSpPr>
          <p:cNvPr id="15362" name="Slide Number Placeholder 4">
            <a:extLst>
              <a:ext uri="{FF2B5EF4-FFF2-40B4-BE49-F238E27FC236}">
                <a16:creationId xmlns:a16="http://schemas.microsoft.com/office/drawing/2014/main" id="{A9440620-5AC4-4CB2-BF8B-0E351819E6C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02D59F0-562C-469B-A884-354E4743B6B5}" type="slidenum">
              <a:rPr lang="en-US" altLang="en-US" sz="1400"/>
              <a:pPr>
                <a:spcBef>
                  <a:spcPct val="0"/>
                </a:spcBef>
                <a:buClrTx/>
                <a:buSzTx/>
                <a:buFontTx/>
                <a:buNone/>
              </a:pPr>
              <a:t>12</a:t>
            </a:fld>
            <a:endParaRPr lang="en-US" altLang="en-US" sz="1400"/>
          </a:p>
        </p:txBody>
      </p:sp>
      <p:sp>
        <p:nvSpPr>
          <p:cNvPr id="15377" name="Rectangle 16">
            <a:extLst>
              <a:ext uri="{FF2B5EF4-FFF2-40B4-BE49-F238E27FC236}">
                <a16:creationId xmlns:a16="http://schemas.microsoft.com/office/drawing/2014/main" id="{C84BE484-091D-4CF6-A096-6C3D11E799BD}"/>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graphicFrame>
        <p:nvGraphicFramePr>
          <p:cNvPr id="15379" name="Object 18">
            <a:extLst>
              <a:ext uri="{FF2B5EF4-FFF2-40B4-BE49-F238E27FC236}">
                <a16:creationId xmlns:a16="http://schemas.microsoft.com/office/drawing/2014/main" id="{2076E03D-9259-4D8C-BFBE-37CD4D49688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4461116"/>
              </p:ext>
            </p:extLst>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80" name="Rectangle 19">
            <a:extLst>
              <a:ext uri="{FF2B5EF4-FFF2-40B4-BE49-F238E27FC236}">
                <a16:creationId xmlns:a16="http://schemas.microsoft.com/office/drawing/2014/main" id="{47493F50-A266-448E-8BD9-82080374BED8}"/>
              </a:ext>
              <a:ext uri="{C183D7F6-B498-43B3-948B-1728B52AA6E4}">
                <adec:decorative xmlns:adec="http://schemas.microsoft.com/office/drawing/2017/decorative" val="1"/>
              </a:ext>
            </a:extLst>
          </p:cNvPr>
          <p:cNvSpPr>
            <a:spLocks noChangeArrowheads="1"/>
          </p:cNvSpPr>
          <p:nvPr/>
        </p:nvSpPr>
        <p:spPr bwMode="auto">
          <a:xfrm>
            <a:off x="215900" y="1844675"/>
            <a:ext cx="2016125" cy="173038"/>
          </a:xfrm>
          <a:prstGeom prst="rect">
            <a:avLst/>
          </a:prstGeom>
          <a:solidFill>
            <a:schemeClr val="accent4">
              <a:lumMod val="40000"/>
              <a:lumOff val="60000"/>
              <a:alpha val="67058"/>
            </a:schemeClr>
          </a:solidFill>
          <a:ln>
            <a:noFill/>
          </a:ln>
        </p:spPr>
        <p:txBody>
          <a:bodyPr wrap="none" anchor="ctr"/>
          <a:lstStyle/>
          <a:p>
            <a:endParaRPr lang="en-US" altLang="en-US"/>
          </a:p>
        </p:txBody>
      </p:sp>
      <p:sp>
        <p:nvSpPr>
          <p:cNvPr id="15381" name="Rectangle 20">
            <a:extLst>
              <a:ext uri="{FF2B5EF4-FFF2-40B4-BE49-F238E27FC236}">
                <a16:creationId xmlns:a16="http://schemas.microsoft.com/office/drawing/2014/main" id="{46AB96EF-630D-47B1-BACD-11ECF66CCDDA}"/>
              </a:ext>
              <a:ext uri="{C183D7F6-B498-43B3-948B-1728B52AA6E4}">
                <adec:decorative xmlns:adec="http://schemas.microsoft.com/office/drawing/2017/decorative" val="1"/>
              </a:ext>
            </a:extLst>
          </p:cNvPr>
          <p:cNvSpPr>
            <a:spLocks noChangeArrowheads="1"/>
          </p:cNvSpPr>
          <p:nvPr/>
        </p:nvSpPr>
        <p:spPr bwMode="auto">
          <a:xfrm>
            <a:off x="5076825" y="3644900"/>
            <a:ext cx="827088" cy="173038"/>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a:extLst>
              <a:ext uri="{FF2B5EF4-FFF2-40B4-BE49-F238E27FC236}">
                <a16:creationId xmlns:a16="http://schemas.microsoft.com/office/drawing/2014/main" id="{22D80E3B-94FD-4868-BD03-12C0C5FE3037}"/>
              </a:ext>
            </a:extLst>
          </p:cNvPr>
          <p:cNvSpPr>
            <a:spLocks noGrp="1" noChangeArrowheads="1"/>
          </p:cNvSpPr>
          <p:nvPr>
            <p:ph type="title"/>
          </p:nvPr>
        </p:nvSpPr>
        <p:spPr>
          <a:xfrm>
            <a:off x="0" y="152400"/>
            <a:ext cx="8839200" cy="533400"/>
          </a:xfrm>
        </p:spPr>
        <p:txBody>
          <a:bodyPr/>
          <a:lstStyle/>
          <a:p>
            <a:r>
              <a:rPr lang="en-US" altLang="en-US" sz="2400">
                <a:cs typeface="Courier New" panose="02070309020205020404" pitchFamily="49" charset="0"/>
              </a:rPr>
              <a:t>Trace Inserting 101 into the following tree, cont.</a:t>
            </a:r>
          </a:p>
        </p:txBody>
      </p:sp>
      <p:sp>
        <p:nvSpPr>
          <p:cNvPr id="16398" name="Rectangle 13">
            <a:extLst>
              <a:ext uri="{FF2B5EF4-FFF2-40B4-BE49-F238E27FC236}">
                <a16:creationId xmlns:a16="http://schemas.microsoft.com/office/drawing/2014/main" id="{C57247CB-E709-4242-9223-28002EC5FF77}"/>
              </a:ext>
            </a:extLst>
          </p:cNvPr>
          <p:cNvSpPr>
            <a:spLocks noGrp="1" noChangeArrowheads="1"/>
          </p:cNvSpPr>
          <p:nvPr>
            <p:ph idx="1"/>
          </p:nvPr>
        </p:nvSpPr>
        <p:spPr>
          <a:xfrm>
            <a:off x="0" y="762000"/>
            <a:ext cx="5791200" cy="5867400"/>
          </a:xfrm>
        </p:spPr>
        <p:txBody>
          <a:bodyPr/>
          <a:lstStyle/>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current.left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current.right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&lt; </a:t>
            </a:r>
            <a:r>
              <a:rPr lang="en-US" altLang="en-US" sz="1100" b="1" dirty="0" err="1">
                <a:solidFill>
                  <a:schemeClr val="tx2"/>
                </a:solidFill>
                <a:latin typeface="Courier New" panose="02070309020205020404" pitchFamily="49" charset="0"/>
                <a:cs typeface="Times New Roman" panose="02020603050405020304" pitchFamily="18" charset="0"/>
              </a:rPr>
              <a:t>parent.element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parent.left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parent.right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1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400" b="1" dirty="0">
                <a:solidFill>
                  <a:schemeClr val="tx2"/>
                </a:solidFill>
                <a:latin typeface="Courier New" panose="02070309020205020404" pitchFamily="49" charset="0"/>
                <a:cs typeface="Courier New" panose="02070309020205020404" pitchFamily="49" charset="0"/>
              </a:rPr>
              <a:t> </a:t>
            </a:r>
          </a:p>
        </p:txBody>
      </p:sp>
      <p:sp>
        <p:nvSpPr>
          <p:cNvPr id="16386" name="Slide Number Placeholder 4">
            <a:extLst>
              <a:ext uri="{FF2B5EF4-FFF2-40B4-BE49-F238E27FC236}">
                <a16:creationId xmlns:a16="http://schemas.microsoft.com/office/drawing/2014/main" id="{FE245FB4-7AF0-453E-A4BE-A9D2190679E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ABC3D69-E60D-4148-9509-08883EEAF9D5}" type="slidenum">
              <a:rPr lang="en-US" altLang="en-US" sz="1400"/>
              <a:pPr>
                <a:spcBef>
                  <a:spcPct val="0"/>
                </a:spcBef>
                <a:buClrTx/>
                <a:buSzTx/>
                <a:buFontTx/>
                <a:buNone/>
              </a:pPr>
              <a:t>13</a:t>
            </a:fld>
            <a:endParaRPr lang="en-US" altLang="en-US" sz="1400"/>
          </a:p>
        </p:txBody>
      </p:sp>
      <p:sp>
        <p:nvSpPr>
          <p:cNvPr id="16401" name="Rectangle 16">
            <a:extLst>
              <a:ext uri="{FF2B5EF4-FFF2-40B4-BE49-F238E27FC236}">
                <a16:creationId xmlns:a16="http://schemas.microsoft.com/office/drawing/2014/main" id="{DEC6357F-EE7E-4A18-8703-99C02364409F}"/>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graphicFrame>
        <p:nvGraphicFramePr>
          <p:cNvPr id="16403" name="Object 18">
            <a:extLst>
              <a:ext uri="{FF2B5EF4-FFF2-40B4-BE49-F238E27FC236}">
                <a16:creationId xmlns:a16="http://schemas.microsoft.com/office/drawing/2014/main" id="{33DB4691-2504-4E31-A0CB-72347086D54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492619860"/>
              </p:ext>
            </p:extLst>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404" name="Rectangle 19">
            <a:extLst>
              <a:ext uri="{FF2B5EF4-FFF2-40B4-BE49-F238E27FC236}">
                <a16:creationId xmlns:a16="http://schemas.microsoft.com/office/drawing/2014/main" id="{3EA6121E-6256-4ED9-A7AA-1163AF026A5B}"/>
              </a:ext>
              <a:ext uri="{C183D7F6-B498-43B3-948B-1728B52AA6E4}">
                <adec:decorative xmlns:adec="http://schemas.microsoft.com/office/drawing/2017/decorative" val="1"/>
              </a:ext>
            </a:extLst>
          </p:cNvPr>
          <p:cNvSpPr>
            <a:spLocks noChangeArrowheads="1"/>
          </p:cNvSpPr>
          <p:nvPr/>
        </p:nvSpPr>
        <p:spPr bwMode="auto">
          <a:xfrm>
            <a:off x="395288" y="2060575"/>
            <a:ext cx="4140200" cy="136525"/>
          </a:xfrm>
          <a:prstGeom prst="rect">
            <a:avLst/>
          </a:prstGeom>
          <a:solidFill>
            <a:schemeClr val="accent4">
              <a:lumMod val="40000"/>
              <a:lumOff val="60000"/>
              <a:alpha val="67058"/>
            </a:schemeClr>
          </a:solidFill>
          <a:ln>
            <a:noFill/>
          </a:ln>
        </p:spPr>
        <p:txBody>
          <a:bodyPr wrap="none" anchor="ctr"/>
          <a:lstStyle/>
          <a:p>
            <a:endParaRPr lang="en-US" altLang="en-US"/>
          </a:p>
        </p:txBody>
      </p:sp>
      <p:sp>
        <p:nvSpPr>
          <p:cNvPr id="16405" name="Rectangle 20">
            <a:extLst>
              <a:ext uri="{FF2B5EF4-FFF2-40B4-BE49-F238E27FC236}">
                <a16:creationId xmlns:a16="http://schemas.microsoft.com/office/drawing/2014/main" id="{DFAE262D-8425-44F0-BCEE-A11A8809B6DF}"/>
              </a:ext>
              <a:ext uri="{C183D7F6-B498-43B3-948B-1728B52AA6E4}">
                <adec:decorative xmlns:adec="http://schemas.microsoft.com/office/drawing/2017/decorative" val="1"/>
              </a:ext>
            </a:extLst>
          </p:cNvPr>
          <p:cNvSpPr>
            <a:spLocks noChangeArrowheads="1"/>
          </p:cNvSpPr>
          <p:nvPr/>
        </p:nvSpPr>
        <p:spPr bwMode="auto">
          <a:xfrm>
            <a:off x="5076825" y="3644900"/>
            <a:ext cx="827088" cy="173038"/>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406" name="Rectangle 21">
            <a:extLst>
              <a:ext uri="{FF2B5EF4-FFF2-40B4-BE49-F238E27FC236}">
                <a16:creationId xmlns:a16="http://schemas.microsoft.com/office/drawing/2014/main" id="{90884C15-ADE8-4285-973D-3E7B41DBB2BC}"/>
              </a:ext>
            </a:extLst>
          </p:cNvPr>
          <p:cNvSpPr>
            <a:spLocks noChangeArrowheads="1"/>
          </p:cNvSpPr>
          <p:nvPr/>
        </p:nvSpPr>
        <p:spPr bwMode="auto">
          <a:xfrm>
            <a:off x="5111750" y="1952625"/>
            <a:ext cx="1296988"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&lt; 60?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a16="http://schemas.microsoft.com/office/drawing/2014/main" id="{554E034E-7815-41D6-9B05-218751E93F2F}"/>
              </a:ext>
            </a:extLst>
          </p:cNvPr>
          <p:cNvSpPr>
            <a:spLocks noGrp="1" noChangeArrowheads="1"/>
          </p:cNvSpPr>
          <p:nvPr>
            <p:ph type="title"/>
          </p:nvPr>
        </p:nvSpPr>
        <p:spPr>
          <a:xfrm>
            <a:off x="0" y="152400"/>
            <a:ext cx="8839200" cy="533400"/>
          </a:xfrm>
        </p:spPr>
        <p:txBody>
          <a:bodyPr/>
          <a:lstStyle/>
          <a:p>
            <a:r>
              <a:rPr lang="en-US" altLang="en-US" sz="2400">
                <a:cs typeface="Courier New" panose="02070309020205020404" pitchFamily="49" charset="0"/>
              </a:rPr>
              <a:t>Trace Inserting 101 into the following tree, cont.</a:t>
            </a:r>
          </a:p>
        </p:txBody>
      </p:sp>
      <p:sp>
        <p:nvSpPr>
          <p:cNvPr id="17422" name="Rectangle 13">
            <a:extLst>
              <a:ext uri="{FF2B5EF4-FFF2-40B4-BE49-F238E27FC236}">
                <a16:creationId xmlns:a16="http://schemas.microsoft.com/office/drawing/2014/main" id="{5090CAAB-77D8-4C03-BEAE-67B6827AB8E3}"/>
              </a:ext>
            </a:extLst>
          </p:cNvPr>
          <p:cNvSpPr>
            <a:spLocks noGrp="1" noChangeArrowheads="1"/>
          </p:cNvSpPr>
          <p:nvPr>
            <p:ph idx="1"/>
          </p:nvPr>
        </p:nvSpPr>
        <p:spPr>
          <a:xfrm>
            <a:off x="0" y="762000"/>
            <a:ext cx="5791200" cy="5867400"/>
          </a:xfrm>
        </p:spPr>
        <p:txBody>
          <a:bodyPr/>
          <a:lstStyle/>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current.left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current.right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&lt; </a:t>
            </a:r>
            <a:r>
              <a:rPr lang="en-US" altLang="en-US" sz="1100" b="1" dirty="0" err="1">
                <a:solidFill>
                  <a:schemeClr val="tx2"/>
                </a:solidFill>
                <a:latin typeface="Courier New" panose="02070309020205020404" pitchFamily="49" charset="0"/>
                <a:cs typeface="Times New Roman" panose="02020603050405020304" pitchFamily="18" charset="0"/>
              </a:rPr>
              <a:t>parent.element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parent.left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parent.right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1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400" b="1" dirty="0">
                <a:solidFill>
                  <a:schemeClr val="tx2"/>
                </a:solidFill>
                <a:latin typeface="Courier New" panose="02070309020205020404" pitchFamily="49" charset="0"/>
                <a:cs typeface="Courier New" panose="02070309020205020404" pitchFamily="49" charset="0"/>
              </a:rPr>
              <a:t> </a:t>
            </a:r>
          </a:p>
        </p:txBody>
      </p:sp>
      <p:sp>
        <p:nvSpPr>
          <p:cNvPr id="17410" name="Slide Number Placeholder 4">
            <a:extLst>
              <a:ext uri="{FF2B5EF4-FFF2-40B4-BE49-F238E27FC236}">
                <a16:creationId xmlns:a16="http://schemas.microsoft.com/office/drawing/2014/main" id="{E56CA288-9919-4974-81AC-8E251542EFD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B5A94F8-B50E-4259-AB17-8E84ABE2F44B}" type="slidenum">
              <a:rPr lang="en-US" altLang="en-US" sz="1400"/>
              <a:pPr>
                <a:spcBef>
                  <a:spcPct val="0"/>
                </a:spcBef>
                <a:buClrTx/>
                <a:buSzTx/>
                <a:buFontTx/>
                <a:buNone/>
              </a:pPr>
              <a:t>14</a:t>
            </a:fld>
            <a:endParaRPr lang="en-US" altLang="en-US" sz="1400"/>
          </a:p>
        </p:txBody>
      </p:sp>
      <p:sp>
        <p:nvSpPr>
          <p:cNvPr id="17425" name="Rectangle 16">
            <a:extLst>
              <a:ext uri="{FF2B5EF4-FFF2-40B4-BE49-F238E27FC236}">
                <a16:creationId xmlns:a16="http://schemas.microsoft.com/office/drawing/2014/main" id="{3CC99935-6DAC-4DA7-BFCD-C7768BE2B2C3}"/>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graphicFrame>
        <p:nvGraphicFramePr>
          <p:cNvPr id="17427" name="Object 18">
            <a:extLst>
              <a:ext uri="{FF2B5EF4-FFF2-40B4-BE49-F238E27FC236}">
                <a16:creationId xmlns:a16="http://schemas.microsoft.com/office/drawing/2014/main" id="{76694CFE-125B-4A5C-A5DE-142ED931370A}"/>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224860817"/>
              </p:ext>
            </p:extLst>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28" name="Rectangle 19">
            <a:extLst>
              <a:ext uri="{FF2B5EF4-FFF2-40B4-BE49-F238E27FC236}">
                <a16:creationId xmlns:a16="http://schemas.microsoft.com/office/drawing/2014/main" id="{6C02AA19-4975-42E5-934B-BD7BC043D2D7}"/>
              </a:ext>
              <a:ext uri="{C183D7F6-B498-43B3-948B-1728B52AA6E4}">
                <adec:decorative xmlns:adec="http://schemas.microsoft.com/office/drawing/2017/decorative" val="1"/>
              </a:ext>
            </a:extLst>
          </p:cNvPr>
          <p:cNvSpPr>
            <a:spLocks noChangeArrowheads="1"/>
          </p:cNvSpPr>
          <p:nvPr/>
        </p:nvSpPr>
        <p:spPr bwMode="auto">
          <a:xfrm>
            <a:off x="827088" y="2852738"/>
            <a:ext cx="4140200" cy="136525"/>
          </a:xfrm>
          <a:prstGeom prst="rect">
            <a:avLst/>
          </a:prstGeom>
          <a:solidFill>
            <a:schemeClr val="accent4">
              <a:lumMod val="40000"/>
              <a:lumOff val="60000"/>
              <a:alpha val="67058"/>
            </a:schemeClr>
          </a:solidFill>
          <a:ln>
            <a:noFill/>
          </a:ln>
        </p:spPr>
        <p:txBody>
          <a:bodyPr wrap="none" anchor="ctr"/>
          <a:lstStyle/>
          <a:p>
            <a:endParaRPr lang="en-US" altLang="en-US"/>
          </a:p>
        </p:txBody>
      </p:sp>
      <p:sp>
        <p:nvSpPr>
          <p:cNvPr id="17429" name="Rectangle 20">
            <a:extLst>
              <a:ext uri="{FF2B5EF4-FFF2-40B4-BE49-F238E27FC236}">
                <a16:creationId xmlns:a16="http://schemas.microsoft.com/office/drawing/2014/main" id="{B4BC1CE4-F468-4BFF-B371-CC154F0F6B21}"/>
              </a:ext>
              <a:ext uri="{C183D7F6-B498-43B3-948B-1728B52AA6E4}">
                <adec:decorative xmlns:adec="http://schemas.microsoft.com/office/drawing/2017/decorative" val="1"/>
              </a:ext>
            </a:extLst>
          </p:cNvPr>
          <p:cNvSpPr>
            <a:spLocks noChangeArrowheads="1"/>
          </p:cNvSpPr>
          <p:nvPr/>
        </p:nvSpPr>
        <p:spPr bwMode="auto">
          <a:xfrm>
            <a:off x="5076825" y="3644900"/>
            <a:ext cx="827088" cy="173038"/>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30" name="Rectangle 21">
            <a:extLst>
              <a:ext uri="{FF2B5EF4-FFF2-40B4-BE49-F238E27FC236}">
                <a16:creationId xmlns:a16="http://schemas.microsoft.com/office/drawing/2014/main" id="{EE22F18B-828E-4330-8D8F-6E8340F5CAFB}"/>
              </a:ext>
            </a:extLst>
          </p:cNvPr>
          <p:cNvSpPr>
            <a:spLocks noChangeArrowheads="1"/>
          </p:cNvSpPr>
          <p:nvPr/>
        </p:nvSpPr>
        <p:spPr bwMode="auto">
          <a:xfrm>
            <a:off x="5256213" y="2636838"/>
            <a:ext cx="1296987"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&gt; 60?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a:extLst>
              <a:ext uri="{FF2B5EF4-FFF2-40B4-BE49-F238E27FC236}">
                <a16:creationId xmlns:a16="http://schemas.microsoft.com/office/drawing/2014/main" id="{1821E3DE-63E2-4367-99C4-418CC539461E}"/>
              </a:ext>
            </a:extLst>
          </p:cNvPr>
          <p:cNvSpPr>
            <a:spLocks noGrp="1" noChangeArrowheads="1"/>
          </p:cNvSpPr>
          <p:nvPr>
            <p:ph type="title"/>
          </p:nvPr>
        </p:nvSpPr>
        <p:spPr>
          <a:xfrm>
            <a:off x="0" y="152400"/>
            <a:ext cx="8839200" cy="533400"/>
          </a:xfrm>
        </p:spPr>
        <p:txBody>
          <a:bodyPr/>
          <a:lstStyle/>
          <a:p>
            <a:r>
              <a:rPr lang="en-US" altLang="en-US" sz="2400">
                <a:cs typeface="Courier New" panose="02070309020205020404" pitchFamily="49" charset="0"/>
              </a:rPr>
              <a:t>Trace Inserting 101 into the following tree, cont.</a:t>
            </a:r>
          </a:p>
        </p:txBody>
      </p:sp>
      <p:sp>
        <p:nvSpPr>
          <p:cNvPr id="18446" name="Rectangle 13">
            <a:extLst>
              <a:ext uri="{FF2B5EF4-FFF2-40B4-BE49-F238E27FC236}">
                <a16:creationId xmlns:a16="http://schemas.microsoft.com/office/drawing/2014/main" id="{7BC827E5-5A8B-4D80-9FE2-B3977C3BBB0A}"/>
              </a:ext>
            </a:extLst>
          </p:cNvPr>
          <p:cNvSpPr>
            <a:spLocks noGrp="1" noChangeArrowheads="1"/>
          </p:cNvSpPr>
          <p:nvPr>
            <p:ph idx="1"/>
          </p:nvPr>
        </p:nvSpPr>
        <p:spPr>
          <a:xfrm>
            <a:off x="0" y="762000"/>
            <a:ext cx="5791200" cy="5867400"/>
          </a:xfrm>
        </p:spPr>
        <p:txBody>
          <a:bodyPr/>
          <a:lstStyle/>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current.left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current.right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&lt; </a:t>
            </a:r>
            <a:r>
              <a:rPr lang="en-US" altLang="en-US" sz="1100" b="1" dirty="0" err="1">
                <a:solidFill>
                  <a:schemeClr val="tx2"/>
                </a:solidFill>
                <a:latin typeface="Courier New" panose="02070309020205020404" pitchFamily="49" charset="0"/>
                <a:cs typeface="Times New Roman" panose="02020603050405020304" pitchFamily="18" charset="0"/>
              </a:rPr>
              <a:t>parent.element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parent.left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parent.right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1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400" b="1" dirty="0">
                <a:solidFill>
                  <a:schemeClr val="tx2"/>
                </a:solidFill>
                <a:latin typeface="Courier New" panose="02070309020205020404" pitchFamily="49" charset="0"/>
                <a:cs typeface="Courier New" panose="02070309020205020404" pitchFamily="49" charset="0"/>
              </a:rPr>
              <a:t> </a:t>
            </a:r>
          </a:p>
        </p:txBody>
      </p:sp>
      <p:sp>
        <p:nvSpPr>
          <p:cNvPr id="18434" name="Slide Number Placeholder 4">
            <a:extLst>
              <a:ext uri="{FF2B5EF4-FFF2-40B4-BE49-F238E27FC236}">
                <a16:creationId xmlns:a16="http://schemas.microsoft.com/office/drawing/2014/main" id="{F68FBC38-3C37-435D-88D7-ADA7C548CCD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91F527E-660F-46C5-8633-550F13BA424B}" type="slidenum">
              <a:rPr lang="en-US" altLang="en-US" sz="1400"/>
              <a:pPr>
                <a:spcBef>
                  <a:spcPct val="0"/>
                </a:spcBef>
                <a:buClrTx/>
                <a:buSzTx/>
                <a:buFontTx/>
                <a:buNone/>
              </a:pPr>
              <a:t>15</a:t>
            </a:fld>
            <a:endParaRPr lang="en-US" altLang="en-US" sz="1400"/>
          </a:p>
        </p:txBody>
      </p:sp>
      <p:sp>
        <p:nvSpPr>
          <p:cNvPr id="18449" name="Rectangle 16">
            <a:extLst>
              <a:ext uri="{FF2B5EF4-FFF2-40B4-BE49-F238E27FC236}">
                <a16:creationId xmlns:a16="http://schemas.microsoft.com/office/drawing/2014/main" id="{7D09AC7C-3153-4964-A535-085827AAEA4C}"/>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graphicFrame>
        <p:nvGraphicFramePr>
          <p:cNvPr id="18451" name="Object 18">
            <a:extLst>
              <a:ext uri="{FF2B5EF4-FFF2-40B4-BE49-F238E27FC236}">
                <a16:creationId xmlns:a16="http://schemas.microsoft.com/office/drawing/2014/main" id="{4C0A5FB5-0389-4E9D-92AD-6D560888C764}"/>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799066554"/>
              </p:ext>
            </p:extLst>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52" name="Rectangle 19">
            <a:extLst>
              <a:ext uri="{FF2B5EF4-FFF2-40B4-BE49-F238E27FC236}">
                <a16:creationId xmlns:a16="http://schemas.microsoft.com/office/drawing/2014/main" id="{04FF8769-16D0-48CC-B056-F9FE24A459F5}"/>
              </a:ext>
              <a:ext uri="{C183D7F6-B498-43B3-948B-1728B52AA6E4}">
                <adec:decorative xmlns:adec="http://schemas.microsoft.com/office/drawing/2017/decorative" val="1"/>
              </a:ext>
            </a:extLst>
          </p:cNvPr>
          <p:cNvSpPr>
            <a:spLocks noChangeArrowheads="1"/>
          </p:cNvSpPr>
          <p:nvPr/>
        </p:nvSpPr>
        <p:spPr bwMode="auto">
          <a:xfrm>
            <a:off x="539750" y="3033713"/>
            <a:ext cx="1728788" cy="136525"/>
          </a:xfrm>
          <a:prstGeom prst="rect">
            <a:avLst/>
          </a:prstGeom>
          <a:solidFill>
            <a:schemeClr val="accent4">
              <a:lumMod val="40000"/>
              <a:lumOff val="60000"/>
              <a:alpha val="67058"/>
            </a:schemeClr>
          </a:solidFill>
          <a:ln>
            <a:noFill/>
          </a:ln>
        </p:spPr>
        <p:txBody>
          <a:bodyPr wrap="none" anchor="ctr"/>
          <a:lstStyle/>
          <a:p>
            <a:endParaRPr lang="en-US" altLang="en-US"/>
          </a:p>
        </p:txBody>
      </p:sp>
      <p:sp>
        <p:nvSpPr>
          <p:cNvPr id="18453" name="Rectangle 20">
            <a:extLst>
              <a:ext uri="{FF2B5EF4-FFF2-40B4-BE49-F238E27FC236}">
                <a16:creationId xmlns:a16="http://schemas.microsoft.com/office/drawing/2014/main" id="{8C6CD4A4-AB95-42D7-9AFF-51B299477945}"/>
              </a:ext>
              <a:ext uri="{C183D7F6-B498-43B3-948B-1728B52AA6E4}">
                <adec:decorative xmlns:adec="http://schemas.microsoft.com/office/drawing/2017/decorative" val="1"/>
              </a:ext>
            </a:extLst>
          </p:cNvPr>
          <p:cNvSpPr>
            <a:spLocks noChangeArrowheads="1"/>
          </p:cNvSpPr>
          <p:nvPr/>
        </p:nvSpPr>
        <p:spPr bwMode="auto">
          <a:xfrm>
            <a:off x="5003800" y="3429000"/>
            <a:ext cx="827088" cy="173038"/>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54" name="Rectangle 21">
            <a:extLst>
              <a:ext uri="{FF2B5EF4-FFF2-40B4-BE49-F238E27FC236}">
                <a16:creationId xmlns:a16="http://schemas.microsoft.com/office/drawing/2014/main" id="{E9CAEFA3-1CDE-41E8-80EE-9EFAB1AC8968}"/>
              </a:ext>
            </a:extLst>
          </p:cNvPr>
          <p:cNvSpPr>
            <a:spLocks noChangeArrowheads="1"/>
          </p:cNvSpPr>
          <p:nvPr/>
        </p:nvSpPr>
        <p:spPr bwMode="auto">
          <a:xfrm>
            <a:off x="5256213" y="2636838"/>
            <a:ext cx="1296987"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&gt; 60 true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a:extLst>
              <a:ext uri="{FF2B5EF4-FFF2-40B4-BE49-F238E27FC236}">
                <a16:creationId xmlns:a16="http://schemas.microsoft.com/office/drawing/2014/main" id="{959F6BE8-3D24-49D1-9EF4-23413FC3131E}"/>
              </a:ext>
            </a:extLst>
          </p:cNvPr>
          <p:cNvSpPr>
            <a:spLocks noGrp="1" noChangeArrowheads="1"/>
          </p:cNvSpPr>
          <p:nvPr>
            <p:ph type="title"/>
          </p:nvPr>
        </p:nvSpPr>
        <p:spPr>
          <a:xfrm>
            <a:off x="0" y="152400"/>
            <a:ext cx="8839200" cy="533400"/>
          </a:xfrm>
        </p:spPr>
        <p:txBody>
          <a:bodyPr/>
          <a:lstStyle/>
          <a:p>
            <a:r>
              <a:rPr lang="en-US" altLang="en-US" sz="2400">
                <a:cs typeface="Courier New" panose="02070309020205020404" pitchFamily="49" charset="0"/>
              </a:rPr>
              <a:t>Trace Inserting 101 into the following tree, cont.</a:t>
            </a:r>
          </a:p>
        </p:txBody>
      </p:sp>
      <p:sp>
        <p:nvSpPr>
          <p:cNvPr id="19470" name="Rectangle 13">
            <a:extLst>
              <a:ext uri="{FF2B5EF4-FFF2-40B4-BE49-F238E27FC236}">
                <a16:creationId xmlns:a16="http://schemas.microsoft.com/office/drawing/2014/main" id="{F3874378-24DE-40AA-9BDF-8A3E53705C3F}"/>
              </a:ext>
            </a:extLst>
          </p:cNvPr>
          <p:cNvSpPr>
            <a:spLocks noGrp="1" noChangeArrowheads="1"/>
          </p:cNvSpPr>
          <p:nvPr>
            <p:ph idx="1"/>
          </p:nvPr>
        </p:nvSpPr>
        <p:spPr>
          <a:xfrm>
            <a:off x="0" y="762000"/>
            <a:ext cx="5791200" cy="5867400"/>
          </a:xfrm>
        </p:spPr>
        <p:txBody>
          <a:bodyPr/>
          <a:lstStyle/>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current.left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current.right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&lt; </a:t>
            </a:r>
            <a:r>
              <a:rPr lang="en-US" altLang="en-US" sz="1100" b="1" dirty="0" err="1">
                <a:solidFill>
                  <a:schemeClr val="tx2"/>
                </a:solidFill>
                <a:latin typeface="Courier New" panose="02070309020205020404" pitchFamily="49" charset="0"/>
                <a:cs typeface="Times New Roman" panose="02020603050405020304" pitchFamily="18" charset="0"/>
              </a:rPr>
              <a:t>parent.element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parent.left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parent.right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1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400" b="1" dirty="0">
                <a:solidFill>
                  <a:schemeClr val="tx2"/>
                </a:solidFill>
                <a:latin typeface="Courier New" panose="02070309020205020404" pitchFamily="49" charset="0"/>
                <a:cs typeface="Courier New" panose="02070309020205020404" pitchFamily="49" charset="0"/>
              </a:rPr>
              <a:t> </a:t>
            </a:r>
          </a:p>
        </p:txBody>
      </p:sp>
      <p:sp>
        <p:nvSpPr>
          <p:cNvPr id="19458" name="Slide Number Placeholder 4">
            <a:extLst>
              <a:ext uri="{FF2B5EF4-FFF2-40B4-BE49-F238E27FC236}">
                <a16:creationId xmlns:a16="http://schemas.microsoft.com/office/drawing/2014/main" id="{BCAB47FB-7118-441D-A398-92C71ED15EA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7C9D49B-59FB-49F7-990F-5E47F6B745E3}" type="slidenum">
              <a:rPr lang="en-US" altLang="en-US" sz="1400"/>
              <a:pPr>
                <a:spcBef>
                  <a:spcPct val="0"/>
                </a:spcBef>
                <a:buClrTx/>
                <a:buSzTx/>
                <a:buFontTx/>
                <a:buNone/>
              </a:pPr>
              <a:t>16</a:t>
            </a:fld>
            <a:endParaRPr lang="en-US" altLang="en-US" sz="1400"/>
          </a:p>
        </p:txBody>
      </p:sp>
      <p:sp>
        <p:nvSpPr>
          <p:cNvPr id="19473" name="Rectangle 16">
            <a:extLst>
              <a:ext uri="{FF2B5EF4-FFF2-40B4-BE49-F238E27FC236}">
                <a16:creationId xmlns:a16="http://schemas.microsoft.com/office/drawing/2014/main" id="{0C3EA13A-2FF3-4317-B13A-25766D02EA4B}"/>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graphicFrame>
        <p:nvGraphicFramePr>
          <p:cNvPr id="19475" name="Object 18">
            <a:extLst>
              <a:ext uri="{FF2B5EF4-FFF2-40B4-BE49-F238E27FC236}">
                <a16:creationId xmlns:a16="http://schemas.microsoft.com/office/drawing/2014/main" id="{C5A5B7F0-BD3F-415F-BBEF-B862752801DD}"/>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862090758"/>
              </p:ext>
            </p:extLst>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76" name="Rectangle 19">
            <a:extLst>
              <a:ext uri="{FF2B5EF4-FFF2-40B4-BE49-F238E27FC236}">
                <a16:creationId xmlns:a16="http://schemas.microsoft.com/office/drawing/2014/main" id="{221C923A-2321-43AA-9A90-EEC38EA9DF21}"/>
              </a:ext>
              <a:ext uri="{C183D7F6-B498-43B3-948B-1728B52AA6E4}">
                <adec:decorative xmlns:adec="http://schemas.microsoft.com/office/drawing/2017/decorative" val="1"/>
              </a:ext>
            </a:extLst>
          </p:cNvPr>
          <p:cNvSpPr>
            <a:spLocks noChangeArrowheads="1"/>
          </p:cNvSpPr>
          <p:nvPr/>
        </p:nvSpPr>
        <p:spPr bwMode="auto">
          <a:xfrm>
            <a:off x="611188" y="3249613"/>
            <a:ext cx="2016125" cy="171450"/>
          </a:xfrm>
          <a:prstGeom prst="rect">
            <a:avLst/>
          </a:prstGeom>
          <a:solidFill>
            <a:schemeClr val="accent4">
              <a:lumMod val="40000"/>
              <a:lumOff val="60000"/>
              <a:alpha val="67058"/>
            </a:schemeClr>
          </a:solidFill>
          <a:ln>
            <a:noFill/>
          </a:ln>
        </p:spPr>
        <p:txBody>
          <a:bodyPr wrap="none" anchor="ctr"/>
          <a:lstStyle/>
          <a:p>
            <a:endParaRPr lang="en-US" altLang="en-US"/>
          </a:p>
        </p:txBody>
      </p:sp>
      <p:sp>
        <p:nvSpPr>
          <p:cNvPr id="19477" name="Rectangle 20">
            <a:extLst>
              <a:ext uri="{FF2B5EF4-FFF2-40B4-BE49-F238E27FC236}">
                <a16:creationId xmlns:a16="http://schemas.microsoft.com/office/drawing/2014/main" id="{D854083B-0AFD-49B1-82B4-93F55C2949DD}"/>
              </a:ext>
              <a:ext uri="{C183D7F6-B498-43B3-948B-1728B52AA6E4}">
                <adec:decorative xmlns:adec="http://schemas.microsoft.com/office/drawing/2017/decorative" val="1"/>
              </a:ext>
            </a:extLst>
          </p:cNvPr>
          <p:cNvSpPr>
            <a:spLocks noChangeArrowheads="1"/>
          </p:cNvSpPr>
          <p:nvPr/>
        </p:nvSpPr>
        <p:spPr bwMode="auto">
          <a:xfrm>
            <a:off x="8135938" y="3789363"/>
            <a:ext cx="827087" cy="173037"/>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78" name="Rectangle 21">
            <a:extLst>
              <a:ext uri="{FF2B5EF4-FFF2-40B4-BE49-F238E27FC236}">
                <a16:creationId xmlns:a16="http://schemas.microsoft.com/office/drawing/2014/main" id="{E6FC0151-C297-43A8-A7E3-AA957F3EEFBF}"/>
              </a:ext>
            </a:extLst>
          </p:cNvPr>
          <p:cNvSpPr>
            <a:spLocks noChangeArrowheads="1"/>
          </p:cNvSpPr>
          <p:nvPr/>
        </p:nvSpPr>
        <p:spPr bwMode="auto">
          <a:xfrm>
            <a:off x="5256213" y="2636838"/>
            <a:ext cx="1296987"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&gt; 60 true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D7912DA3-8220-417F-96F4-5674A5FE3ACA}"/>
              </a:ext>
            </a:extLst>
          </p:cNvPr>
          <p:cNvSpPr>
            <a:spLocks noGrp="1" noChangeArrowheads="1"/>
          </p:cNvSpPr>
          <p:nvPr>
            <p:ph type="title"/>
          </p:nvPr>
        </p:nvSpPr>
        <p:spPr>
          <a:xfrm>
            <a:off x="0" y="152400"/>
            <a:ext cx="8839200" cy="533400"/>
          </a:xfrm>
        </p:spPr>
        <p:txBody>
          <a:bodyPr/>
          <a:lstStyle/>
          <a:p>
            <a:r>
              <a:rPr lang="en-US" altLang="en-US" sz="2400">
                <a:cs typeface="Courier New" panose="02070309020205020404" pitchFamily="49" charset="0"/>
              </a:rPr>
              <a:t>Trace Inserting 101 into the following tree, cont.</a:t>
            </a:r>
          </a:p>
        </p:txBody>
      </p:sp>
      <p:sp>
        <p:nvSpPr>
          <p:cNvPr id="20494" name="Rectangle 13">
            <a:extLst>
              <a:ext uri="{FF2B5EF4-FFF2-40B4-BE49-F238E27FC236}">
                <a16:creationId xmlns:a16="http://schemas.microsoft.com/office/drawing/2014/main" id="{AC70B602-5740-47D5-9536-16CAB22608E4}"/>
              </a:ext>
            </a:extLst>
          </p:cNvPr>
          <p:cNvSpPr>
            <a:spLocks noGrp="1" noChangeArrowheads="1"/>
          </p:cNvSpPr>
          <p:nvPr>
            <p:ph idx="1"/>
          </p:nvPr>
        </p:nvSpPr>
        <p:spPr>
          <a:xfrm>
            <a:off x="0" y="762000"/>
            <a:ext cx="5791200" cy="5867400"/>
          </a:xfrm>
        </p:spPr>
        <p:txBody>
          <a:bodyPr/>
          <a:lstStyle/>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current.left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current.right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&lt; </a:t>
            </a:r>
            <a:r>
              <a:rPr lang="en-US" altLang="en-US" sz="1100" b="1" dirty="0" err="1">
                <a:solidFill>
                  <a:schemeClr val="tx2"/>
                </a:solidFill>
                <a:latin typeface="Courier New" panose="02070309020205020404" pitchFamily="49" charset="0"/>
                <a:cs typeface="Times New Roman" panose="02020603050405020304" pitchFamily="18" charset="0"/>
              </a:rPr>
              <a:t>parent.element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parent.left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parent.right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1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400" b="1" dirty="0">
                <a:solidFill>
                  <a:schemeClr val="tx2"/>
                </a:solidFill>
                <a:latin typeface="Courier New" panose="02070309020205020404" pitchFamily="49" charset="0"/>
                <a:cs typeface="Courier New" panose="02070309020205020404" pitchFamily="49" charset="0"/>
              </a:rPr>
              <a:t> </a:t>
            </a:r>
          </a:p>
        </p:txBody>
      </p:sp>
      <p:sp>
        <p:nvSpPr>
          <p:cNvPr id="20482" name="Slide Number Placeholder 4">
            <a:extLst>
              <a:ext uri="{FF2B5EF4-FFF2-40B4-BE49-F238E27FC236}">
                <a16:creationId xmlns:a16="http://schemas.microsoft.com/office/drawing/2014/main" id="{A0F6A5FC-674B-4127-8162-F19878257C3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3C2D765-7D12-47FE-9655-B92656DF0DC8}" type="slidenum">
              <a:rPr lang="en-US" altLang="en-US" sz="1400"/>
              <a:pPr>
                <a:spcBef>
                  <a:spcPct val="0"/>
                </a:spcBef>
                <a:buClrTx/>
                <a:buSzTx/>
                <a:buFontTx/>
                <a:buNone/>
              </a:pPr>
              <a:t>17</a:t>
            </a:fld>
            <a:endParaRPr lang="en-US" altLang="en-US" sz="1400"/>
          </a:p>
        </p:txBody>
      </p:sp>
      <p:sp>
        <p:nvSpPr>
          <p:cNvPr id="20497" name="Rectangle 16">
            <a:extLst>
              <a:ext uri="{FF2B5EF4-FFF2-40B4-BE49-F238E27FC236}">
                <a16:creationId xmlns:a16="http://schemas.microsoft.com/office/drawing/2014/main" id="{054D071C-410E-41EA-BB39-23689B2DCAF3}"/>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graphicFrame>
        <p:nvGraphicFramePr>
          <p:cNvPr id="20499" name="Object 18">
            <a:extLst>
              <a:ext uri="{FF2B5EF4-FFF2-40B4-BE49-F238E27FC236}">
                <a16:creationId xmlns:a16="http://schemas.microsoft.com/office/drawing/2014/main" id="{59581F50-1E87-4CFF-B109-253D7D9F83B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987182036"/>
              </p:ext>
            </p:extLst>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00" name="Rectangle 19">
            <a:extLst>
              <a:ext uri="{FF2B5EF4-FFF2-40B4-BE49-F238E27FC236}">
                <a16:creationId xmlns:a16="http://schemas.microsoft.com/office/drawing/2014/main" id="{9FA4171D-80C5-47A5-8A77-2363E1A5A4C5}"/>
              </a:ext>
              <a:ext uri="{C183D7F6-B498-43B3-948B-1728B52AA6E4}">
                <adec:decorative xmlns:adec="http://schemas.microsoft.com/office/drawing/2017/decorative" val="1"/>
              </a:ext>
            </a:extLst>
          </p:cNvPr>
          <p:cNvSpPr>
            <a:spLocks noChangeArrowheads="1"/>
          </p:cNvSpPr>
          <p:nvPr/>
        </p:nvSpPr>
        <p:spPr bwMode="auto">
          <a:xfrm>
            <a:off x="250825" y="1808163"/>
            <a:ext cx="2016125" cy="171450"/>
          </a:xfrm>
          <a:prstGeom prst="rect">
            <a:avLst/>
          </a:prstGeom>
          <a:solidFill>
            <a:schemeClr val="accent4">
              <a:lumMod val="40000"/>
              <a:lumOff val="60000"/>
              <a:alpha val="67058"/>
            </a:schemeClr>
          </a:solidFill>
          <a:ln>
            <a:noFill/>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501" name="Rectangle 20">
            <a:extLst>
              <a:ext uri="{FF2B5EF4-FFF2-40B4-BE49-F238E27FC236}">
                <a16:creationId xmlns:a16="http://schemas.microsoft.com/office/drawing/2014/main" id="{2345648C-0C63-4EC0-B5D1-40F6670263F1}"/>
              </a:ext>
              <a:ext uri="{C183D7F6-B498-43B3-948B-1728B52AA6E4}">
                <adec:decorative xmlns:adec="http://schemas.microsoft.com/office/drawing/2017/decorative" val="1"/>
              </a:ext>
            </a:extLst>
          </p:cNvPr>
          <p:cNvSpPr>
            <a:spLocks noChangeArrowheads="1"/>
          </p:cNvSpPr>
          <p:nvPr/>
        </p:nvSpPr>
        <p:spPr bwMode="auto">
          <a:xfrm>
            <a:off x="8135938" y="3789363"/>
            <a:ext cx="827087" cy="173037"/>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502" name="Rectangle 21">
            <a:extLst>
              <a:ext uri="{FF2B5EF4-FFF2-40B4-BE49-F238E27FC236}">
                <a16:creationId xmlns:a16="http://schemas.microsoft.com/office/drawing/2014/main" id="{8F4726FB-6301-4EAF-9D92-8991CD5FBDC6}"/>
              </a:ext>
            </a:extLst>
          </p:cNvPr>
          <p:cNvSpPr>
            <a:spLocks noChangeArrowheads="1"/>
          </p:cNvSpPr>
          <p:nvPr/>
        </p:nvSpPr>
        <p:spPr bwMode="auto">
          <a:xfrm>
            <a:off x="5256213" y="2636838"/>
            <a:ext cx="1296987"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&gt; 60 true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F6353BE1-2164-49DA-84FE-74A7BB3374D7}"/>
              </a:ext>
            </a:extLst>
          </p:cNvPr>
          <p:cNvSpPr>
            <a:spLocks noGrp="1" noChangeArrowheads="1"/>
          </p:cNvSpPr>
          <p:nvPr>
            <p:ph type="title"/>
          </p:nvPr>
        </p:nvSpPr>
        <p:spPr>
          <a:xfrm>
            <a:off x="0" y="152400"/>
            <a:ext cx="8839200" cy="533400"/>
          </a:xfrm>
        </p:spPr>
        <p:txBody>
          <a:bodyPr/>
          <a:lstStyle/>
          <a:p>
            <a:r>
              <a:rPr lang="en-US" altLang="en-US" sz="2400">
                <a:cs typeface="Courier New" panose="02070309020205020404" pitchFamily="49" charset="0"/>
              </a:rPr>
              <a:t>Trace Inserting 101 into the following tree, cont.</a:t>
            </a:r>
          </a:p>
        </p:txBody>
      </p:sp>
      <p:sp>
        <p:nvSpPr>
          <p:cNvPr id="21518" name="Rectangle 13">
            <a:extLst>
              <a:ext uri="{FF2B5EF4-FFF2-40B4-BE49-F238E27FC236}">
                <a16:creationId xmlns:a16="http://schemas.microsoft.com/office/drawing/2014/main" id="{2C959E7D-D062-4CA8-BF28-AA0C83929E5B}"/>
              </a:ext>
            </a:extLst>
          </p:cNvPr>
          <p:cNvSpPr>
            <a:spLocks noGrp="1" noChangeArrowheads="1"/>
          </p:cNvSpPr>
          <p:nvPr>
            <p:ph idx="1"/>
          </p:nvPr>
        </p:nvSpPr>
        <p:spPr>
          <a:xfrm>
            <a:off x="0" y="762000"/>
            <a:ext cx="5791200" cy="5867400"/>
          </a:xfrm>
        </p:spPr>
        <p:txBody>
          <a:bodyPr/>
          <a:lstStyle/>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current.left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current.right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&lt; </a:t>
            </a:r>
            <a:r>
              <a:rPr lang="en-US" altLang="en-US" sz="1100" b="1" dirty="0" err="1">
                <a:solidFill>
                  <a:schemeClr val="tx2"/>
                </a:solidFill>
                <a:latin typeface="Courier New" panose="02070309020205020404" pitchFamily="49" charset="0"/>
                <a:cs typeface="Times New Roman" panose="02020603050405020304" pitchFamily="18" charset="0"/>
              </a:rPr>
              <a:t>parent.element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parent.left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parent.right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1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400" b="1" dirty="0">
                <a:solidFill>
                  <a:schemeClr val="tx2"/>
                </a:solidFill>
                <a:latin typeface="Courier New" panose="02070309020205020404" pitchFamily="49" charset="0"/>
                <a:cs typeface="Courier New" panose="02070309020205020404" pitchFamily="49" charset="0"/>
              </a:rPr>
              <a:t> </a:t>
            </a:r>
          </a:p>
        </p:txBody>
      </p:sp>
      <p:sp>
        <p:nvSpPr>
          <p:cNvPr id="21506" name="Slide Number Placeholder 4">
            <a:extLst>
              <a:ext uri="{FF2B5EF4-FFF2-40B4-BE49-F238E27FC236}">
                <a16:creationId xmlns:a16="http://schemas.microsoft.com/office/drawing/2014/main" id="{01626166-3D34-4617-9D34-B5607504369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A01886C-37C3-4D1A-9D33-D2D9AD9DCDA8}" type="slidenum">
              <a:rPr lang="en-US" altLang="en-US" sz="1400"/>
              <a:pPr>
                <a:spcBef>
                  <a:spcPct val="0"/>
                </a:spcBef>
                <a:buClrTx/>
                <a:buSzTx/>
                <a:buFontTx/>
                <a:buNone/>
              </a:pPr>
              <a:t>18</a:t>
            </a:fld>
            <a:endParaRPr lang="en-US" altLang="en-US" sz="1400"/>
          </a:p>
        </p:txBody>
      </p:sp>
      <p:sp>
        <p:nvSpPr>
          <p:cNvPr id="21521" name="Rectangle 16">
            <a:extLst>
              <a:ext uri="{FF2B5EF4-FFF2-40B4-BE49-F238E27FC236}">
                <a16:creationId xmlns:a16="http://schemas.microsoft.com/office/drawing/2014/main" id="{9F230916-4E19-4ED1-A951-890D17FEA2A6}"/>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graphicFrame>
        <p:nvGraphicFramePr>
          <p:cNvPr id="21523" name="Object 18">
            <a:extLst>
              <a:ext uri="{FF2B5EF4-FFF2-40B4-BE49-F238E27FC236}">
                <a16:creationId xmlns:a16="http://schemas.microsoft.com/office/drawing/2014/main" id="{D6A51C50-29A0-440C-B4B5-198744313791}"/>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244736293"/>
              </p:ext>
            </p:extLst>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24" name="Rectangle 19">
            <a:extLst>
              <a:ext uri="{FF2B5EF4-FFF2-40B4-BE49-F238E27FC236}">
                <a16:creationId xmlns:a16="http://schemas.microsoft.com/office/drawing/2014/main" id="{E75B4933-5284-48D9-B082-BA768599B055}"/>
              </a:ext>
              <a:ext uri="{C183D7F6-B498-43B3-948B-1728B52AA6E4}">
                <adec:decorative xmlns:adec="http://schemas.microsoft.com/office/drawing/2017/decorative" val="1"/>
              </a:ext>
            </a:extLst>
          </p:cNvPr>
          <p:cNvSpPr>
            <a:spLocks noChangeArrowheads="1"/>
          </p:cNvSpPr>
          <p:nvPr/>
        </p:nvSpPr>
        <p:spPr bwMode="auto">
          <a:xfrm>
            <a:off x="395288" y="2024063"/>
            <a:ext cx="4140200" cy="171450"/>
          </a:xfrm>
          <a:prstGeom prst="rect">
            <a:avLst/>
          </a:prstGeom>
          <a:solidFill>
            <a:schemeClr val="accent4">
              <a:lumMod val="40000"/>
              <a:lumOff val="60000"/>
              <a:alpha val="67058"/>
            </a:schemeClr>
          </a:solidFill>
          <a:ln>
            <a:noFill/>
          </a:ln>
        </p:spPr>
        <p:txBody>
          <a:bodyPr wrap="none" anchor="ctr"/>
          <a:lstStyle/>
          <a:p>
            <a:endParaRPr lang="en-US" altLang="en-US"/>
          </a:p>
        </p:txBody>
      </p:sp>
      <p:sp>
        <p:nvSpPr>
          <p:cNvPr id="21525" name="Rectangle 20">
            <a:extLst>
              <a:ext uri="{FF2B5EF4-FFF2-40B4-BE49-F238E27FC236}">
                <a16:creationId xmlns:a16="http://schemas.microsoft.com/office/drawing/2014/main" id="{F552231F-0DBD-43F6-944C-29CAD5181F08}"/>
              </a:ext>
              <a:ext uri="{C183D7F6-B498-43B3-948B-1728B52AA6E4}">
                <adec:decorative xmlns:adec="http://schemas.microsoft.com/office/drawing/2017/decorative" val="1"/>
              </a:ext>
            </a:extLst>
          </p:cNvPr>
          <p:cNvSpPr>
            <a:spLocks noChangeArrowheads="1"/>
          </p:cNvSpPr>
          <p:nvPr/>
        </p:nvSpPr>
        <p:spPr bwMode="auto">
          <a:xfrm>
            <a:off x="8135938" y="3789363"/>
            <a:ext cx="827087" cy="173037"/>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26" name="Rectangle 21">
            <a:extLst>
              <a:ext uri="{FF2B5EF4-FFF2-40B4-BE49-F238E27FC236}">
                <a16:creationId xmlns:a16="http://schemas.microsoft.com/office/drawing/2014/main" id="{2FA787EB-4FAD-4BBD-8851-A501609EF3E9}"/>
              </a:ext>
            </a:extLst>
          </p:cNvPr>
          <p:cNvSpPr>
            <a:spLocks noChangeArrowheads="1"/>
          </p:cNvSpPr>
          <p:nvPr/>
        </p:nvSpPr>
        <p:spPr bwMode="auto">
          <a:xfrm>
            <a:off x="5219700" y="1952625"/>
            <a:ext cx="19446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&gt; 100 false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a:extLst>
              <a:ext uri="{FF2B5EF4-FFF2-40B4-BE49-F238E27FC236}">
                <a16:creationId xmlns:a16="http://schemas.microsoft.com/office/drawing/2014/main" id="{5478B992-49BF-496B-A744-B2C8336ED367}"/>
              </a:ext>
            </a:extLst>
          </p:cNvPr>
          <p:cNvSpPr>
            <a:spLocks noGrp="1" noChangeArrowheads="1"/>
          </p:cNvSpPr>
          <p:nvPr>
            <p:ph type="title"/>
          </p:nvPr>
        </p:nvSpPr>
        <p:spPr>
          <a:xfrm>
            <a:off x="0" y="152400"/>
            <a:ext cx="8839200" cy="533400"/>
          </a:xfrm>
        </p:spPr>
        <p:txBody>
          <a:bodyPr/>
          <a:lstStyle/>
          <a:p>
            <a:r>
              <a:rPr lang="en-US" altLang="en-US" sz="2400">
                <a:cs typeface="Courier New" panose="02070309020205020404" pitchFamily="49" charset="0"/>
              </a:rPr>
              <a:t>Trace Inserting 101 into the following tree, cont.</a:t>
            </a:r>
          </a:p>
        </p:txBody>
      </p:sp>
      <p:sp>
        <p:nvSpPr>
          <p:cNvPr id="22542" name="Rectangle 13">
            <a:extLst>
              <a:ext uri="{FF2B5EF4-FFF2-40B4-BE49-F238E27FC236}">
                <a16:creationId xmlns:a16="http://schemas.microsoft.com/office/drawing/2014/main" id="{1C32BD79-9439-409F-8259-353BDF08BA0C}"/>
              </a:ext>
            </a:extLst>
          </p:cNvPr>
          <p:cNvSpPr>
            <a:spLocks noGrp="1" noChangeArrowheads="1"/>
          </p:cNvSpPr>
          <p:nvPr>
            <p:ph idx="1"/>
          </p:nvPr>
        </p:nvSpPr>
        <p:spPr>
          <a:xfrm>
            <a:off x="0" y="762000"/>
            <a:ext cx="5791200" cy="5867400"/>
          </a:xfrm>
        </p:spPr>
        <p:txBody>
          <a:bodyPr/>
          <a:lstStyle/>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current.left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current.right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&lt; </a:t>
            </a:r>
            <a:r>
              <a:rPr lang="en-US" altLang="en-US" sz="1100" b="1" dirty="0" err="1">
                <a:solidFill>
                  <a:schemeClr val="tx2"/>
                </a:solidFill>
                <a:latin typeface="Courier New" panose="02070309020205020404" pitchFamily="49" charset="0"/>
                <a:cs typeface="Times New Roman" panose="02020603050405020304" pitchFamily="18" charset="0"/>
              </a:rPr>
              <a:t>parent.element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parent.left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parent.right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1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400" b="1" dirty="0">
                <a:solidFill>
                  <a:schemeClr val="tx2"/>
                </a:solidFill>
                <a:latin typeface="Courier New" panose="02070309020205020404" pitchFamily="49" charset="0"/>
                <a:cs typeface="Courier New" panose="02070309020205020404" pitchFamily="49" charset="0"/>
              </a:rPr>
              <a:t> </a:t>
            </a:r>
          </a:p>
        </p:txBody>
      </p:sp>
      <p:sp>
        <p:nvSpPr>
          <p:cNvPr id="22530" name="Slide Number Placeholder 4">
            <a:extLst>
              <a:ext uri="{FF2B5EF4-FFF2-40B4-BE49-F238E27FC236}">
                <a16:creationId xmlns:a16="http://schemas.microsoft.com/office/drawing/2014/main" id="{4E027B2C-465D-42FA-8F0F-8D84D68629E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B35F74B-5206-47BA-AA6E-CE929A523C70}" type="slidenum">
              <a:rPr lang="en-US" altLang="en-US" sz="1400"/>
              <a:pPr>
                <a:spcBef>
                  <a:spcPct val="0"/>
                </a:spcBef>
                <a:buClrTx/>
                <a:buSzTx/>
                <a:buFontTx/>
                <a:buNone/>
              </a:pPr>
              <a:t>19</a:t>
            </a:fld>
            <a:endParaRPr lang="en-US" altLang="en-US" sz="1400"/>
          </a:p>
        </p:txBody>
      </p:sp>
      <p:sp>
        <p:nvSpPr>
          <p:cNvPr id="22545" name="Rectangle 16">
            <a:extLst>
              <a:ext uri="{FF2B5EF4-FFF2-40B4-BE49-F238E27FC236}">
                <a16:creationId xmlns:a16="http://schemas.microsoft.com/office/drawing/2014/main" id="{ABA97B10-7937-419B-8201-390B75C96532}"/>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graphicFrame>
        <p:nvGraphicFramePr>
          <p:cNvPr id="22547" name="Object 18">
            <a:extLst>
              <a:ext uri="{FF2B5EF4-FFF2-40B4-BE49-F238E27FC236}">
                <a16:creationId xmlns:a16="http://schemas.microsoft.com/office/drawing/2014/main" id="{DE7E1499-5142-4104-97A4-5CCC672F1FF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229655648"/>
              </p:ext>
            </p:extLst>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48" name="Rectangle 19">
            <a:extLst>
              <a:ext uri="{FF2B5EF4-FFF2-40B4-BE49-F238E27FC236}">
                <a16:creationId xmlns:a16="http://schemas.microsoft.com/office/drawing/2014/main" id="{DC96B77E-814D-401E-AA5D-E7D0C41E4000}"/>
              </a:ext>
              <a:ext uri="{C183D7F6-B498-43B3-948B-1728B52AA6E4}">
                <adec:decorative xmlns:adec="http://schemas.microsoft.com/office/drawing/2017/decorative" val="1"/>
              </a:ext>
            </a:extLst>
          </p:cNvPr>
          <p:cNvSpPr>
            <a:spLocks noChangeArrowheads="1"/>
          </p:cNvSpPr>
          <p:nvPr/>
        </p:nvSpPr>
        <p:spPr bwMode="auto">
          <a:xfrm>
            <a:off x="827088" y="2816225"/>
            <a:ext cx="4140200" cy="171450"/>
          </a:xfrm>
          <a:prstGeom prst="rect">
            <a:avLst/>
          </a:prstGeom>
          <a:solidFill>
            <a:schemeClr val="accent4">
              <a:lumMod val="40000"/>
              <a:lumOff val="60000"/>
              <a:alpha val="67058"/>
            </a:schemeClr>
          </a:solidFill>
          <a:ln>
            <a:noFill/>
          </a:ln>
        </p:spPr>
        <p:txBody>
          <a:bodyPr wrap="none" anchor="ctr"/>
          <a:lstStyle/>
          <a:p>
            <a:endParaRPr lang="en-US" altLang="en-US"/>
          </a:p>
        </p:txBody>
      </p:sp>
      <p:sp>
        <p:nvSpPr>
          <p:cNvPr id="22549" name="Rectangle 20">
            <a:extLst>
              <a:ext uri="{FF2B5EF4-FFF2-40B4-BE49-F238E27FC236}">
                <a16:creationId xmlns:a16="http://schemas.microsoft.com/office/drawing/2014/main" id="{A323B2A8-769A-4214-983C-1DA203535A74}"/>
              </a:ext>
              <a:ext uri="{C183D7F6-B498-43B3-948B-1728B52AA6E4}">
                <adec:decorative xmlns:adec="http://schemas.microsoft.com/office/drawing/2017/decorative" val="1"/>
              </a:ext>
            </a:extLst>
          </p:cNvPr>
          <p:cNvSpPr>
            <a:spLocks noChangeArrowheads="1"/>
          </p:cNvSpPr>
          <p:nvPr/>
        </p:nvSpPr>
        <p:spPr bwMode="auto">
          <a:xfrm>
            <a:off x="8135938" y="3789363"/>
            <a:ext cx="827087" cy="173037"/>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2550" name="Rectangle 21">
            <a:extLst>
              <a:ext uri="{FF2B5EF4-FFF2-40B4-BE49-F238E27FC236}">
                <a16:creationId xmlns:a16="http://schemas.microsoft.com/office/drawing/2014/main" id="{BCFDCD50-AA74-4C0F-A0D4-B6D3168645CF}"/>
              </a:ext>
            </a:extLst>
          </p:cNvPr>
          <p:cNvSpPr>
            <a:spLocks noChangeArrowheads="1"/>
          </p:cNvSpPr>
          <p:nvPr/>
        </p:nvSpPr>
        <p:spPr bwMode="auto">
          <a:xfrm>
            <a:off x="5981700" y="2756693"/>
            <a:ext cx="19446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dirty="0">
                <a:cs typeface="Courier New" panose="02070309020205020404" pitchFamily="49" charset="0"/>
              </a:rPr>
              <a:t>101 &gt; 100 true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a:extLst>
              <a:ext uri="{FF2B5EF4-FFF2-40B4-BE49-F238E27FC236}">
                <a16:creationId xmlns:a16="http://schemas.microsoft.com/office/drawing/2014/main" id="{70304A0D-AEC6-4266-AEE0-92B3C7699E9D}"/>
              </a:ext>
            </a:extLst>
          </p:cNvPr>
          <p:cNvSpPr>
            <a:spLocks noGrp="1" noChangeArrowheads="1"/>
          </p:cNvSpPr>
          <p:nvPr>
            <p:ph type="title"/>
          </p:nvPr>
        </p:nvSpPr>
        <p:spPr>
          <a:xfrm>
            <a:off x="0" y="152400"/>
            <a:ext cx="8839200" cy="533400"/>
          </a:xfrm>
        </p:spPr>
        <p:txBody>
          <a:bodyPr/>
          <a:lstStyle/>
          <a:p>
            <a:r>
              <a:rPr lang="en-US" altLang="en-US" sz="2400">
                <a:cs typeface="Courier New" panose="02070309020205020404" pitchFamily="49" charset="0"/>
              </a:rPr>
              <a:t>Trace Inserting 101 into the following tree, cont.</a:t>
            </a:r>
          </a:p>
        </p:txBody>
      </p:sp>
      <p:sp>
        <p:nvSpPr>
          <p:cNvPr id="23566" name="Rectangle 13">
            <a:extLst>
              <a:ext uri="{FF2B5EF4-FFF2-40B4-BE49-F238E27FC236}">
                <a16:creationId xmlns:a16="http://schemas.microsoft.com/office/drawing/2014/main" id="{D7A6C1CD-310A-411E-A7E9-AC1A7AEA7EF2}"/>
              </a:ext>
            </a:extLst>
          </p:cNvPr>
          <p:cNvSpPr>
            <a:spLocks noGrp="1" noChangeArrowheads="1"/>
          </p:cNvSpPr>
          <p:nvPr>
            <p:ph idx="1"/>
          </p:nvPr>
        </p:nvSpPr>
        <p:spPr>
          <a:xfrm>
            <a:off x="0" y="762000"/>
            <a:ext cx="5791200" cy="5867400"/>
          </a:xfrm>
        </p:spPr>
        <p:txBody>
          <a:bodyPr/>
          <a:lstStyle/>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current.left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current.right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&lt; </a:t>
            </a:r>
            <a:r>
              <a:rPr lang="en-US" altLang="en-US" sz="1100" b="1" dirty="0" err="1">
                <a:solidFill>
                  <a:schemeClr val="tx2"/>
                </a:solidFill>
                <a:latin typeface="Courier New" panose="02070309020205020404" pitchFamily="49" charset="0"/>
                <a:cs typeface="Times New Roman" panose="02020603050405020304" pitchFamily="18" charset="0"/>
              </a:rPr>
              <a:t>parent.element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parent.left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parent.right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1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400" b="1" dirty="0">
                <a:solidFill>
                  <a:schemeClr val="tx2"/>
                </a:solidFill>
                <a:latin typeface="Courier New" panose="02070309020205020404" pitchFamily="49" charset="0"/>
                <a:cs typeface="Courier New" panose="02070309020205020404" pitchFamily="49" charset="0"/>
              </a:rPr>
              <a:t> </a:t>
            </a:r>
          </a:p>
        </p:txBody>
      </p:sp>
      <p:sp>
        <p:nvSpPr>
          <p:cNvPr id="23554" name="Slide Number Placeholder 4">
            <a:extLst>
              <a:ext uri="{FF2B5EF4-FFF2-40B4-BE49-F238E27FC236}">
                <a16:creationId xmlns:a16="http://schemas.microsoft.com/office/drawing/2014/main" id="{585C85CC-4599-453F-9C19-B46AE43830B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7968D1D-2AC2-465A-9055-4D67AA36E8B6}" type="slidenum">
              <a:rPr lang="en-US" altLang="en-US" sz="1400"/>
              <a:pPr>
                <a:spcBef>
                  <a:spcPct val="0"/>
                </a:spcBef>
                <a:buClrTx/>
                <a:buSzTx/>
                <a:buFontTx/>
                <a:buNone/>
              </a:pPr>
              <a:t>20</a:t>
            </a:fld>
            <a:endParaRPr lang="en-US" altLang="en-US" sz="1400"/>
          </a:p>
        </p:txBody>
      </p:sp>
      <p:sp>
        <p:nvSpPr>
          <p:cNvPr id="23569" name="Rectangle 16">
            <a:extLst>
              <a:ext uri="{FF2B5EF4-FFF2-40B4-BE49-F238E27FC236}">
                <a16:creationId xmlns:a16="http://schemas.microsoft.com/office/drawing/2014/main" id="{DBC7C2DE-FA12-4793-B4EE-33214054BF95}"/>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graphicFrame>
        <p:nvGraphicFramePr>
          <p:cNvPr id="23571" name="Object 18">
            <a:extLst>
              <a:ext uri="{FF2B5EF4-FFF2-40B4-BE49-F238E27FC236}">
                <a16:creationId xmlns:a16="http://schemas.microsoft.com/office/drawing/2014/main" id="{1DBDEB85-F98D-4314-A84A-5E15D9B3758D}"/>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761213172"/>
              </p:ext>
            </p:extLst>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72" name="Rectangle 19">
            <a:extLst>
              <a:ext uri="{FF2B5EF4-FFF2-40B4-BE49-F238E27FC236}">
                <a16:creationId xmlns:a16="http://schemas.microsoft.com/office/drawing/2014/main" id="{F7D4AA45-A088-4D96-BB31-4EF5AED57487}"/>
              </a:ext>
              <a:ext uri="{C183D7F6-B498-43B3-948B-1728B52AA6E4}">
                <adec:decorative xmlns:adec="http://schemas.microsoft.com/office/drawing/2017/decorative" val="1"/>
              </a:ext>
            </a:extLst>
          </p:cNvPr>
          <p:cNvSpPr>
            <a:spLocks noChangeArrowheads="1"/>
          </p:cNvSpPr>
          <p:nvPr/>
        </p:nvSpPr>
        <p:spPr bwMode="auto">
          <a:xfrm>
            <a:off x="539750" y="3033713"/>
            <a:ext cx="1692275" cy="171450"/>
          </a:xfrm>
          <a:prstGeom prst="rect">
            <a:avLst/>
          </a:prstGeom>
          <a:solidFill>
            <a:schemeClr val="accent4">
              <a:lumMod val="40000"/>
              <a:lumOff val="60000"/>
              <a:alpha val="67058"/>
            </a:schemeClr>
          </a:solidFill>
          <a:ln>
            <a:noFill/>
          </a:ln>
        </p:spPr>
        <p:txBody>
          <a:bodyPr wrap="none" anchor="ctr"/>
          <a:lstStyle/>
          <a:p>
            <a:endParaRPr lang="en-US" altLang="en-US"/>
          </a:p>
        </p:txBody>
      </p:sp>
      <p:sp>
        <p:nvSpPr>
          <p:cNvPr id="23573" name="Rectangle 20">
            <a:extLst>
              <a:ext uri="{FF2B5EF4-FFF2-40B4-BE49-F238E27FC236}">
                <a16:creationId xmlns:a16="http://schemas.microsoft.com/office/drawing/2014/main" id="{18E0D079-16F3-42CC-AC3F-316C6A0DAF20}"/>
              </a:ext>
              <a:ext uri="{C183D7F6-B498-43B3-948B-1728B52AA6E4}">
                <adec:decorative xmlns:adec="http://schemas.microsoft.com/office/drawing/2017/decorative" val="1"/>
              </a:ext>
            </a:extLst>
          </p:cNvPr>
          <p:cNvSpPr>
            <a:spLocks noChangeArrowheads="1"/>
          </p:cNvSpPr>
          <p:nvPr/>
        </p:nvSpPr>
        <p:spPr bwMode="auto">
          <a:xfrm>
            <a:off x="7596188" y="3500438"/>
            <a:ext cx="827087" cy="173037"/>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74" name="Rectangle 21">
            <a:extLst>
              <a:ext uri="{FF2B5EF4-FFF2-40B4-BE49-F238E27FC236}">
                <a16:creationId xmlns:a16="http://schemas.microsoft.com/office/drawing/2014/main" id="{18663E9F-A5DD-4445-85FF-43CDD7F689F3}"/>
              </a:ext>
            </a:extLst>
          </p:cNvPr>
          <p:cNvSpPr>
            <a:spLocks noChangeArrowheads="1"/>
          </p:cNvSpPr>
          <p:nvPr/>
        </p:nvSpPr>
        <p:spPr bwMode="auto">
          <a:xfrm>
            <a:off x="5292725" y="2708275"/>
            <a:ext cx="19446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&gt; 100 true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a:extLst>
              <a:ext uri="{FF2B5EF4-FFF2-40B4-BE49-F238E27FC236}">
                <a16:creationId xmlns:a16="http://schemas.microsoft.com/office/drawing/2014/main" id="{C1A12F01-458C-4FE1-B1E8-0048B3ED6965}"/>
              </a:ext>
            </a:extLst>
          </p:cNvPr>
          <p:cNvSpPr>
            <a:spLocks noGrp="1" noChangeArrowheads="1"/>
          </p:cNvSpPr>
          <p:nvPr>
            <p:ph type="title"/>
          </p:nvPr>
        </p:nvSpPr>
        <p:spPr>
          <a:xfrm>
            <a:off x="0" y="152400"/>
            <a:ext cx="8839200" cy="533400"/>
          </a:xfrm>
        </p:spPr>
        <p:txBody>
          <a:bodyPr/>
          <a:lstStyle/>
          <a:p>
            <a:r>
              <a:rPr lang="en-US" altLang="en-US" sz="2400">
                <a:cs typeface="Courier New" panose="02070309020205020404" pitchFamily="49" charset="0"/>
              </a:rPr>
              <a:t>Trace Inserting 101 into the following tree, cont.</a:t>
            </a:r>
          </a:p>
        </p:txBody>
      </p:sp>
      <p:sp>
        <p:nvSpPr>
          <p:cNvPr id="24590" name="Rectangle 13">
            <a:extLst>
              <a:ext uri="{FF2B5EF4-FFF2-40B4-BE49-F238E27FC236}">
                <a16:creationId xmlns:a16="http://schemas.microsoft.com/office/drawing/2014/main" id="{3B6FD0D1-4DF6-4CBC-B417-2DFE07AE9A1D}"/>
              </a:ext>
            </a:extLst>
          </p:cNvPr>
          <p:cNvSpPr>
            <a:spLocks noGrp="1" noChangeArrowheads="1"/>
          </p:cNvSpPr>
          <p:nvPr>
            <p:ph idx="1"/>
          </p:nvPr>
        </p:nvSpPr>
        <p:spPr>
          <a:xfrm>
            <a:off x="0" y="762000"/>
            <a:ext cx="5791200" cy="5867400"/>
          </a:xfrm>
        </p:spPr>
        <p:txBody>
          <a:bodyPr/>
          <a:lstStyle/>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current.left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current.right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&lt; </a:t>
            </a:r>
            <a:r>
              <a:rPr lang="en-US" altLang="en-US" sz="1100" b="1" dirty="0" err="1">
                <a:solidFill>
                  <a:schemeClr val="tx2"/>
                </a:solidFill>
                <a:latin typeface="Courier New" panose="02070309020205020404" pitchFamily="49" charset="0"/>
                <a:cs typeface="Times New Roman" panose="02020603050405020304" pitchFamily="18" charset="0"/>
              </a:rPr>
              <a:t>parent.element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parent.left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parent.right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1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400" b="1" dirty="0">
                <a:solidFill>
                  <a:schemeClr val="tx2"/>
                </a:solidFill>
                <a:latin typeface="Courier New" panose="02070309020205020404" pitchFamily="49" charset="0"/>
                <a:cs typeface="Courier New" panose="02070309020205020404" pitchFamily="49" charset="0"/>
              </a:rPr>
              <a:t> </a:t>
            </a:r>
          </a:p>
        </p:txBody>
      </p:sp>
      <p:sp>
        <p:nvSpPr>
          <p:cNvPr id="24578" name="Slide Number Placeholder 4">
            <a:extLst>
              <a:ext uri="{FF2B5EF4-FFF2-40B4-BE49-F238E27FC236}">
                <a16:creationId xmlns:a16="http://schemas.microsoft.com/office/drawing/2014/main" id="{593D6A01-5296-4D0D-901E-AE10A58CE95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2D5A31B-40A4-4AEE-87C6-653B5EA50AF3}" type="slidenum">
              <a:rPr lang="en-US" altLang="en-US" sz="1400"/>
              <a:pPr>
                <a:spcBef>
                  <a:spcPct val="0"/>
                </a:spcBef>
                <a:buClrTx/>
                <a:buSzTx/>
                <a:buFontTx/>
                <a:buNone/>
              </a:pPr>
              <a:t>21</a:t>
            </a:fld>
            <a:endParaRPr lang="en-US" altLang="en-US" sz="1400"/>
          </a:p>
        </p:txBody>
      </p:sp>
      <p:sp>
        <p:nvSpPr>
          <p:cNvPr id="24593" name="Rectangle 16">
            <a:extLst>
              <a:ext uri="{FF2B5EF4-FFF2-40B4-BE49-F238E27FC236}">
                <a16:creationId xmlns:a16="http://schemas.microsoft.com/office/drawing/2014/main" id="{31EDED4B-1FDC-4644-812F-9FDC2BEB0456}"/>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graphicFrame>
        <p:nvGraphicFramePr>
          <p:cNvPr id="24595" name="Object 18">
            <a:extLst>
              <a:ext uri="{FF2B5EF4-FFF2-40B4-BE49-F238E27FC236}">
                <a16:creationId xmlns:a16="http://schemas.microsoft.com/office/drawing/2014/main" id="{814965BF-DE86-460A-9DC3-AE309FF2A70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073978683"/>
              </p:ext>
            </p:extLst>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96" name="Rectangle 19">
            <a:extLst>
              <a:ext uri="{FF2B5EF4-FFF2-40B4-BE49-F238E27FC236}">
                <a16:creationId xmlns:a16="http://schemas.microsoft.com/office/drawing/2014/main" id="{89CAA2EF-53D6-4963-916E-81EF0CE3BF35}"/>
              </a:ext>
              <a:ext uri="{C183D7F6-B498-43B3-948B-1728B52AA6E4}">
                <adec:decorative xmlns:adec="http://schemas.microsoft.com/office/drawing/2017/decorative" val="1"/>
              </a:ext>
            </a:extLst>
          </p:cNvPr>
          <p:cNvSpPr>
            <a:spLocks noChangeArrowheads="1"/>
          </p:cNvSpPr>
          <p:nvPr/>
        </p:nvSpPr>
        <p:spPr bwMode="auto">
          <a:xfrm>
            <a:off x="576263" y="3249613"/>
            <a:ext cx="2051050" cy="142875"/>
          </a:xfrm>
          <a:prstGeom prst="rect">
            <a:avLst/>
          </a:prstGeom>
          <a:solidFill>
            <a:schemeClr val="accent4">
              <a:lumMod val="40000"/>
              <a:lumOff val="60000"/>
              <a:alpha val="67058"/>
            </a:schemeClr>
          </a:solidFill>
          <a:ln>
            <a:noFill/>
          </a:ln>
        </p:spPr>
        <p:txBody>
          <a:bodyPr wrap="none" anchor="ctr"/>
          <a:lstStyle/>
          <a:p>
            <a:endParaRPr lang="en-US" altLang="en-US"/>
          </a:p>
        </p:txBody>
      </p:sp>
      <p:sp>
        <p:nvSpPr>
          <p:cNvPr id="24597" name="Rectangle 20">
            <a:extLst>
              <a:ext uri="{FF2B5EF4-FFF2-40B4-BE49-F238E27FC236}">
                <a16:creationId xmlns:a16="http://schemas.microsoft.com/office/drawing/2014/main" id="{68855AF4-06E1-4893-8ABB-1670E6ACD2F6}"/>
              </a:ext>
              <a:ext uri="{C183D7F6-B498-43B3-948B-1728B52AA6E4}">
                <adec:decorative xmlns:adec="http://schemas.microsoft.com/office/drawing/2017/decorative" val="1"/>
              </a:ext>
            </a:extLst>
          </p:cNvPr>
          <p:cNvSpPr>
            <a:spLocks noChangeArrowheads="1"/>
          </p:cNvSpPr>
          <p:nvPr/>
        </p:nvSpPr>
        <p:spPr bwMode="auto">
          <a:xfrm>
            <a:off x="8316913" y="4365625"/>
            <a:ext cx="827087" cy="173038"/>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98" name="Rectangle 21">
            <a:extLst>
              <a:ext uri="{FF2B5EF4-FFF2-40B4-BE49-F238E27FC236}">
                <a16:creationId xmlns:a16="http://schemas.microsoft.com/office/drawing/2014/main" id="{CA44B9B0-4768-41B0-84C9-3E13DE75C810}"/>
              </a:ext>
            </a:extLst>
          </p:cNvPr>
          <p:cNvSpPr>
            <a:spLocks noChangeArrowheads="1"/>
          </p:cNvSpPr>
          <p:nvPr/>
        </p:nvSpPr>
        <p:spPr bwMode="auto">
          <a:xfrm>
            <a:off x="5292725" y="2708275"/>
            <a:ext cx="19446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&gt; 100 true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C2F780B7-89D4-444B-8B54-4F7BA6F384E7}"/>
              </a:ext>
            </a:extLst>
          </p:cNvPr>
          <p:cNvSpPr>
            <a:spLocks noGrp="1" noChangeArrowheads="1"/>
          </p:cNvSpPr>
          <p:nvPr>
            <p:ph type="title"/>
          </p:nvPr>
        </p:nvSpPr>
        <p:spPr>
          <a:xfrm>
            <a:off x="0" y="152400"/>
            <a:ext cx="8839200" cy="533400"/>
          </a:xfrm>
        </p:spPr>
        <p:txBody>
          <a:bodyPr/>
          <a:lstStyle/>
          <a:p>
            <a:r>
              <a:rPr lang="en-US" altLang="en-US" sz="2400">
                <a:cs typeface="Courier New" panose="02070309020205020404" pitchFamily="49" charset="0"/>
              </a:rPr>
              <a:t>Trace Inserting 101 into the following tree, cont.</a:t>
            </a:r>
          </a:p>
        </p:txBody>
      </p:sp>
      <p:sp>
        <p:nvSpPr>
          <p:cNvPr id="25614" name="Rectangle 13">
            <a:extLst>
              <a:ext uri="{FF2B5EF4-FFF2-40B4-BE49-F238E27FC236}">
                <a16:creationId xmlns:a16="http://schemas.microsoft.com/office/drawing/2014/main" id="{EC13CB05-5662-41F8-BC40-69C3F670BBD9}"/>
              </a:ext>
            </a:extLst>
          </p:cNvPr>
          <p:cNvSpPr>
            <a:spLocks noGrp="1" noChangeArrowheads="1"/>
          </p:cNvSpPr>
          <p:nvPr>
            <p:ph idx="1"/>
          </p:nvPr>
        </p:nvSpPr>
        <p:spPr>
          <a:xfrm>
            <a:off x="0" y="762000"/>
            <a:ext cx="5791200" cy="5867400"/>
          </a:xfrm>
        </p:spPr>
        <p:txBody>
          <a:bodyPr/>
          <a:lstStyle/>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current.left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current.right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&lt; </a:t>
            </a:r>
            <a:r>
              <a:rPr lang="en-US" altLang="en-US" sz="1100" b="1" dirty="0" err="1">
                <a:solidFill>
                  <a:schemeClr val="tx2"/>
                </a:solidFill>
                <a:latin typeface="Courier New" panose="02070309020205020404" pitchFamily="49" charset="0"/>
                <a:cs typeface="Times New Roman" panose="02020603050405020304" pitchFamily="18" charset="0"/>
              </a:rPr>
              <a:t>parent.element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parent.left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parent.right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1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400" b="1" dirty="0">
                <a:solidFill>
                  <a:schemeClr val="tx2"/>
                </a:solidFill>
                <a:latin typeface="Courier New" panose="02070309020205020404" pitchFamily="49" charset="0"/>
                <a:cs typeface="Courier New" panose="02070309020205020404" pitchFamily="49" charset="0"/>
              </a:rPr>
              <a:t> </a:t>
            </a:r>
          </a:p>
        </p:txBody>
      </p:sp>
      <p:sp>
        <p:nvSpPr>
          <p:cNvPr id="25602" name="Slide Number Placeholder 4">
            <a:extLst>
              <a:ext uri="{FF2B5EF4-FFF2-40B4-BE49-F238E27FC236}">
                <a16:creationId xmlns:a16="http://schemas.microsoft.com/office/drawing/2014/main" id="{B468716E-7795-408B-8CEC-4FC53627A61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FA41A5D-1072-4E9A-B73C-40AECEA48100}" type="slidenum">
              <a:rPr lang="en-US" altLang="en-US" sz="1400"/>
              <a:pPr>
                <a:spcBef>
                  <a:spcPct val="0"/>
                </a:spcBef>
                <a:buClrTx/>
                <a:buSzTx/>
                <a:buFontTx/>
                <a:buNone/>
              </a:pPr>
              <a:t>22</a:t>
            </a:fld>
            <a:endParaRPr lang="en-US" altLang="en-US" sz="1400"/>
          </a:p>
        </p:txBody>
      </p:sp>
      <p:sp>
        <p:nvSpPr>
          <p:cNvPr id="25617" name="Rectangle 16">
            <a:extLst>
              <a:ext uri="{FF2B5EF4-FFF2-40B4-BE49-F238E27FC236}">
                <a16:creationId xmlns:a16="http://schemas.microsoft.com/office/drawing/2014/main" id="{A2759C21-CB31-4B27-ADAB-7368E333DB2C}"/>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graphicFrame>
        <p:nvGraphicFramePr>
          <p:cNvPr id="25619" name="Object 18">
            <a:extLst>
              <a:ext uri="{FF2B5EF4-FFF2-40B4-BE49-F238E27FC236}">
                <a16:creationId xmlns:a16="http://schemas.microsoft.com/office/drawing/2014/main" id="{18EB2079-F1A0-4DB3-93F9-566A4AE733F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336940607"/>
              </p:ext>
            </p:extLst>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20" name="Rectangle 19">
            <a:extLst>
              <a:ext uri="{FF2B5EF4-FFF2-40B4-BE49-F238E27FC236}">
                <a16:creationId xmlns:a16="http://schemas.microsoft.com/office/drawing/2014/main" id="{D5275408-1788-4D6A-B502-B942D92BC38E}"/>
              </a:ext>
              <a:ext uri="{C183D7F6-B498-43B3-948B-1728B52AA6E4}">
                <adec:decorative xmlns:adec="http://schemas.microsoft.com/office/drawing/2017/decorative" val="1"/>
              </a:ext>
            </a:extLst>
          </p:cNvPr>
          <p:cNvSpPr>
            <a:spLocks noChangeArrowheads="1"/>
          </p:cNvSpPr>
          <p:nvPr/>
        </p:nvSpPr>
        <p:spPr bwMode="auto">
          <a:xfrm>
            <a:off x="215900" y="1808163"/>
            <a:ext cx="2052638" cy="180975"/>
          </a:xfrm>
          <a:prstGeom prst="rect">
            <a:avLst/>
          </a:prstGeom>
          <a:solidFill>
            <a:schemeClr val="accent4">
              <a:lumMod val="40000"/>
              <a:lumOff val="60000"/>
              <a:alpha val="67058"/>
            </a:schemeClr>
          </a:solidFill>
          <a:ln>
            <a:noFill/>
          </a:ln>
        </p:spPr>
        <p:txBody>
          <a:bodyPr wrap="none" anchor="ctr"/>
          <a:lstStyle/>
          <a:p>
            <a:endParaRPr lang="en-US" altLang="en-US"/>
          </a:p>
        </p:txBody>
      </p:sp>
      <p:sp>
        <p:nvSpPr>
          <p:cNvPr id="25621" name="Rectangle 20">
            <a:extLst>
              <a:ext uri="{FF2B5EF4-FFF2-40B4-BE49-F238E27FC236}">
                <a16:creationId xmlns:a16="http://schemas.microsoft.com/office/drawing/2014/main" id="{0C0F741A-D393-4832-9117-65B13162CF01}"/>
              </a:ext>
              <a:ext uri="{C183D7F6-B498-43B3-948B-1728B52AA6E4}">
                <adec:decorative xmlns:adec="http://schemas.microsoft.com/office/drawing/2017/decorative" val="1"/>
              </a:ext>
            </a:extLst>
          </p:cNvPr>
          <p:cNvSpPr>
            <a:spLocks noChangeArrowheads="1"/>
          </p:cNvSpPr>
          <p:nvPr/>
        </p:nvSpPr>
        <p:spPr bwMode="auto">
          <a:xfrm>
            <a:off x="8316913" y="4365625"/>
            <a:ext cx="827087" cy="173038"/>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22" name="Rectangle 21">
            <a:extLst>
              <a:ext uri="{FF2B5EF4-FFF2-40B4-BE49-F238E27FC236}">
                <a16:creationId xmlns:a16="http://schemas.microsoft.com/office/drawing/2014/main" id="{8E011433-3FBB-4097-8ABA-191294477383}"/>
              </a:ext>
            </a:extLst>
          </p:cNvPr>
          <p:cNvSpPr>
            <a:spLocks noChangeArrowheads="1"/>
          </p:cNvSpPr>
          <p:nvPr/>
        </p:nvSpPr>
        <p:spPr bwMode="auto">
          <a:xfrm>
            <a:off x="5292725" y="2708275"/>
            <a:ext cx="19446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&gt; 100 true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a:extLst>
              <a:ext uri="{FF2B5EF4-FFF2-40B4-BE49-F238E27FC236}">
                <a16:creationId xmlns:a16="http://schemas.microsoft.com/office/drawing/2014/main" id="{94630B12-534B-4D00-AE65-C0C4AA769778}"/>
              </a:ext>
            </a:extLst>
          </p:cNvPr>
          <p:cNvSpPr>
            <a:spLocks noGrp="1" noChangeArrowheads="1"/>
          </p:cNvSpPr>
          <p:nvPr>
            <p:ph type="title"/>
          </p:nvPr>
        </p:nvSpPr>
        <p:spPr>
          <a:xfrm>
            <a:off x="0" y="152400"/>
            <a:ext cx="8839200" cy="533400"/>
          </a:xfrm>
        </p:spPr>
        <p:txBody>
          <a:bodyPr/>
          <a:lstStyle/>
          <a:p>
            <a:r>
              <a:rPr lang="en-US" altLang="en-US" sz="2400">
                <a:cs typeface="Courier New" panose="02070309020205020404" pitchFamily="49" charset="0"/>
              </a:rPr>
              <a:t>Trace Inserting 101 into the following tree, cont.</a:t>
            </a:r>
          </a:p>
        </p:txBody>
      </p:sp>
      <p:sp>
        <p:nvSpPr>
          <p:cNvPr id="26638" name="Rectangle 13">
            <a:extLst>
              <a:ext uri="{FF2B5EF4-FFF2-40B4-BE49-F238E27FC236}">
                <a16:creationId xmlns:a16="http://schemas.microsoft.com/office/drawing/2014/main" id="{8EA520FD-8675-4340-B4D3-A6C90CE731FA}"/>
              </a:ext>
            </a:extLst>
          </p:cNvPr>
          <p:cNvSpPr>
            <a:spLocks noGrp="1" noChangeArrowheads="1"/>
          </p:cNvSpPr>
          <p:nvPr>
            <p:ph idx="1"/>
          </p:nvPr>
        </p:nvSpPr>
        <p:spPr>
          <a:xfrm>
            <a:off x="0" y="762000"/>
            <a:ext cx="5791200" cy="5867400"/>
          </a:xfrm>
        </p:spPr>
        <p:txBody>
          <a:bodyPr/>
          <a:lstStyle/>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current.left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current.right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&lt; </a:t>
            </a:r>
            <a:r>
              <a:rPr lang="en-US" altLang="en-US" sz="1100" b="1" dirty="0" err="1">
                <a:solidFill>
                  <a:schemeClr val="tx2"/>
                </a:solidFill>
                <a:latin typeface="Courier New" panose="02070309020205020404" pitchFamily="49" charset="0"/>
                <a:cs typeface="Times New Roman" panose="02020603050405020304" pitchFamily="18" charset="0"/>
              </a:rPr>
              <a:t>parent.element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parent.left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parent.right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1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400" b="1" dirty="0">
                <a:solidFill>
                  <a:schemeClr val="tx2"/>
                </a:solidFill>
                <a:latin typeface="Courier New" panose="02070309020205020404" pitchFamily="49" charset="0"/>
                <a:cs typeface="Courier New" panose="02070309020205020404" pitchFamily="49" charset="0"/>
              </a:rPr>
              <a:t> </a:t>
            </a:r>
          </a:p>
        </p:txBody>
      </p:sp>
      <p:sp>
        <p:nvSpPr>
          <p:cNvPr id="26626" name="Slide Number Placeholder 4">
            <a:extLst>
              <a:ext uri="{FF2B5EF4-FFF2-40B4-BE49-F238E27FC236}">
                <a16:creationId xmlns:a16="http://schemas.microsoft.com/office/drawing/2014/main" id="{2A69695D-9929-4035-82FF-B9639A9CBBA4}"/>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AF11EFD-7F92-44DC-8639-33F97AD4A63E}" type="slidenum">
              <a:rPr lang="en-US" altLang="en-US" sz="1400"/>
              <a:pPr>
                <a:spcBef>
                  <a:spcPct val="0"/>
                </a:spcBef>
                <a:buClrTx/>
                <a:buSzTx/>
                <a:buFontTx/>
                <a:buNone/>
              </a:pPr>
              <a:t>23</a:t>
            </a:fld>
            <a:endParaRPr lang="en-US" altLang="en-US" sz="1400"/>
          </a:p>
        </p:txBody>
      </p:sp>
      <p:sp>
        <p:nvSpPr>
          <p:cNvPr id="26641" name="Rectangle 16">
            <a:extLst>
              <a:ext uri="{FF2B5EF4-FFF2-40B4-BE49-F238E27FC236}">
                <a16:creationId xmlns:a16="http://schemas.microsoft.com/office/drawing/2014/main" id="{652440B2-905D-4FC7-A4BB-11C1EAA53949}"/>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graphicFrame>
        <p:nvGraphicFramePr>
          <p:cNvPr id="26643" name="Object 18">
            <a:extLst>
              <a:ext uri="{FF2B5EF4-FFF2-40B4-BE49-F238E27FC236}">
                <a16:creationId xmlns:a16="http://schemas.microsoft.com/office/drawing/2014/main" id="{1D9486DB-A443-4B95-9F7A-7A7C71B4740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939997193"/>
              </p:ext>
            </p:extLst>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44" name="Rectangle 19">
            <a:extLst>
              <a:ext uri="{FF2B5EF4-FFF2-40B4-BE49-F238E27FC236}">
                <a16:creationId xmlns:a16="http://schemas.microsoft.com/office/drawing/2014/main" id="{E27902DC-3E2F-4582-BD1C-C869DA69BFAD}"/>
              </a:ext>
              <a:ext uri="{C183D7F6-B498-43B3-948B-1728B52AA6E4}">
                <adec:decorative xmlns:adec="http://schemas.microsoft.com/office/drawing/2017/decorative" val="1"/>
              </a:ext>
            </a:extLst>
          </p:cNvPr>
          <p:cNvSpPr>
            <a:spLocks noChangeArrowheads="1"/>
          </p:cNvSpPr>
          <p:nvPr/>
        </p:nvSpPr>
        <p:spPr bwMode="auto">
          <a:xfrm>
            <a:off x="684213" y="2024063"/>
            <a:ext cx="3887787" cy="180975"/>
          </a:xfrm>
          <a:prstGeom prst="rect">
            <a:avLst/>
          </a:prstGeom>
          <a:solidFill>
            <a:schemeClr val="accent4">
              <a:lumMod val="40000"/>
              <a:lumOff val="60000"/>
              <a:alpha val="67058"/>
            </a:schemeClr>
          </a:solidFill>
          <a:ln>
            <a:noFill/>
          </a:ln>
        </p:spPr>
        <p:txBody>
          <a:bodyPr wrap="none" anchor="ctr"/>
          <a:lstStyle/>
          <a:p>
            <a:endParaRPr lang="en-US" altLang="en-US"/>
          </a:p>
        </p:txBody>
      </p:sp>
      <p:sp>
        <p:nvSpPr>
          <p:cNvPr id="26645" name="Rectangle 20">
            <a:extLst>
              <a:ext uri="{FF2B5EF4-FFF2-40B4-BE49-F238E27FC236}">
                <a16:creationId xmlns:a16="http://schemas.microsoft.com/office/drawing/2014/main" id="{C6643EC0-7D09-4642-B399-4365F482C1AF}"/>
              </a:ext>
              <a:ext uri="{C183D7F6-B498-43B3-948B-1728B52AA6E4}">
                <adec:decorative xmlns:adec="http://schemas.microsoft.com/office/drawing/2017/decorative" val="1"/>
              </a:ext>
            </a:extLst>
          </p:cNvPr>
          <p:cNvSpPr>
            <a:spLocks noChangeArrowheads="1"/>
          </p:cNvSpPr>
          <p:nvPr/>
        </p:nvSpPr>
        <p:spPr bwMode="auto">
          <a:xfrm>
            <a:off x="8316913" y="4365625"/>
            <a:ext cx="827087" cy="173038"/>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46" name="Rectangle 21">
            <a:extLst>
              <a:ext uri="{FF2B5EF4-FFF2-40B4-BE49-F238E27FC236}">
                <a16:creationId xmlns:a16="http://schemas.microsoft.com/office/drawing/2014/main" id="{ABF91436-5803-43B4-A7F8-062684239DB1}"/>
              </a:ext>
            </a:extLst>
          </p:cNvPr>
          <p:cNvSpPr>
            <a:spLocks noChangeArrowheads="1"/>
          </p:cNvSpPr>
          <p:nvPr/>
        </p:nvSpPr>
        <p:spPr bwMode="auto">
          <a:xfrm>
            <a:off x="5184775" y="1952625"/>
            <a:ext cx="19446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&lt; 107 true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a:extLst>
              <a:ext uri="{FF2B5EF4-FFF2-40B4-BE49-F238E27FC236}">
                <a16:creationId xmlns:a16="http://schemas.microsoft.com/office/drawing/2014/main" id="{38B6258E-B2EF-4328-A515-4E679C44C142}"/>
              </a:ext>
            </a:extLst>
          </p:cNvPr>
          <p:cNvSpPr>
            <a:spLocks noGrp="1" noChangeArrowheads="1"/>
          </p:cNvSpPr>
          <p:nvPr>
            <p:ph type="title"/>
          </p:nvPr>
        </p:nvSpPr>
        <p:spPr>
          <a:xfrm>
            <a:off x="0" y="152400"/>
            <a:ext cx="8839200" cy="533400"/>
          </a:xfrm>
        </p:spPr>
        <p:txBody>
          <a:bodyPr/>
          <a:lstStyle/>
          <a:p>
            <a:r>
              <a:rPr lang="en-US" altLang="en-US" sz="2400">
                <a:cs typeface="Courier New" panose="02070309020205020404" pitchFamily="49" charset="0"/>
              </a:rPr>
              <a:t>Trace Inserting 101 into the following tree, cont.</a:t>
            </a:r>
          </a:p>
        </p:txBody>
      </p:sp>
      <p:sp>
        <p:nvSpPr>
          <p:cNvPr id="27662" name="Rectangle 13">
            <a:extLst>
              <a:ext uri="{FF2B5EF4-FFF2-40B4-BE49-F238E27FC236}">
                <a16:creationId xmlns:a16="http://schemas.microsoft.com/office/drawing/2014/main" id="{7E07636B-7CC8-4298-8AC6-2C1E09BC30E4}"/>
              </a:ext>
            </a:extLst>
          </p:cNvPr>
          <p:cNvSpPr>
            <a:spLocks noGrp="1" noChangeArrowheads="1"/>
          </p:cNvSpPr>
          <p:nvPr>
            <p:ph idx="1"/>
          </p:nvPr>
        </p:nvSpPr>
        <p:spPr>
          <a:xfrm>
            <a:off x="0" y="762000"/>
            <a:ext cx="5791200" cy="5867400"/>
          </a:xfrm>
        </p:spPr>
        <p:txBody>
          <a:bodyPr/>
          <a:lstStyle/>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current.left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current.right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&lt; </a:t>
            </a:r>
            <a:r>
              <a:rPr lang="en-US" altLang="en-US" sz="1100" b="1" dirty="0" err="1">
                <a:solidFill>
                  <a:schemeClr val="tx2"/>
                </a:solidFill>
                <a:latin typeface="Courier New" panose="02070309020205020404" pitchFamily="49" charset="0"/>
                <a:cs typeface="Times New Roman" panose="02020603050405020304" pitchFamily="18" charset="0"/>
              </a:rPr>
              <a:t>parent.element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parent.left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parent.right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1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400" b="1" dirty="0">
                <a:solidFill>
                  <a:schemeClr val="tx2"/>
                </a:solidFill>
                <a:latin typeface="Courier New" panose="02070309020205020404" pitchFamily="49" charset="0"/>
                <a:cs typeface="Courier New" panose="02070309020205020404" pitchFamily="49" charset="0"/>
              </a:rPr>
              <a:t> </a:t>
            </a:r>
          </a:p>
        </p:txBody>
      </p:sp>
      <p:sp>
        <p:nvSpPr>
          <p:cNvPr id="27650" name="Slide Number Placeholder 4">
            <a:extLst>
              <a:ext uri="{FF2B5EF4-FFF2-40B4-BE49-F238E27FC236}">
                <a16:creationId xmlns:a16="http://schemas.microsoft.com/office/drawing/2014/main" id="{7D36E106-B190-4616-8714-6ED27182489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9227724-DC75-46EF-BBF6-4DC86C0DA6B2}" type="slidenum">
              <a:rPr lang="en-US" altLang="en-US" sz="1400"/>
              <a:pPr>
                <a:spcBef>
                  <a:spcPct val="0"/>
                </a:spcBef>
                <a:buClrTx/>
                <a:buSzTx/>
                <a:buFontTx/>
                <a:buNone/>
              </a:pPr>
              <a:t>24</a:t>
            </a:fld>
            <a:endParaRPr lang="en-US" altLang="en-US" sz="1400"/>
          </a:p>
        </p:txBody>
      </p:sp>
      <p:sp>
        <p:nvSpPr>
          <p:cNvPr id="27665" name="Rectangle 16">
            <a:extLst>
              <a:ext uri="{FF2B5EF4-FFF2-40B4-BE49-F238E27FC236}">
                <a16:creationId xmlns:a16="http://schemas.microsoft.com/office/drawing/2014/main" id="{4A13B806-874E-48C5-B60F-1632A98EF01D}"/>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graphicFrame>
        <p:nvGraphicFramePr>
          <p:cNvPr id="27667" name="Object 18">
            <a:extLst>
              <a:ext uri="{FF2B5EF4-FFF2-40B4-BE49-F238E27FC236}">
                <a16:creationId xmlns:a16="http://schemas.microsoft.com/office/drawing/2014/main" id="{5CF249B4-88FE-4077-96B5-906B9439FF41}"/>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061647345"/>
              </p:ext>
            </p:extLst>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68" name="Rectangle 19">
            <a:extLst>
              <a:ext uri="{FF2B5EF4-FFF2-40B4-BE49-F238E27FC236}">
                <a16:creationId xmlns:a16="http://schemas.microsoft.com/office/drawing/2014/main" id="{D2035E19-326C-4405-A34B-D0A81C4779E9}"/>
              </a:ext>
              <a:ext uri="{C183D7F6-B498-43B3-948B-1728B52AA6E4}">
                <adec:decorative xmlns:adec="http://schemas.microsoft.com/office/drawing/2017/decorative" val="1"/>
              </a:ext>
            </a:extLst>
          </p:cNvPr>
          <p:cNvSpPr>
            <a:spLocks noChangeArrowheads="1"/>
          </p:cNvSpPr>
          <p:nvPr/>
        </p:nvSpPr>
        <p:spPr bwMode="auto">
          <a:xfrm>
            <a:off x="539750" y="2241550"/>
            <a:ext cx="1692275" cy="180975"/>
          </a:xfrm>
          <a:prstGeom prst="rect">
            <a:avLst/>
          </a:prstGeom>
          <a:solidFill>
            <a:schemeClr val="accent4">
              <a:lumMod val="40000"/>
              <a:lumOff val="60000"/>
              <a:alpha val="67058"/>
            </a:schemeClr>
          </a:solidFill>
          <a:ln>
            <a:noFill/>
          </a:ln>
        </p:spPr>
        <p:txBody>
          <a:bodyPr wrap="none" anchor="ctr"/>
          <a:lstStyle/>
          <a:p>
            <a:endParaRPr lang="en-US" altLang="en-US"/>
          </a:p>
        </p:txBody>
      </p:sp>
      <p:sp>
        <p:nvSpPr>
          <p:cNvPr id="27669" name="Rectangle 20">
            <a:extLst>
              <a:ext uri="{FF2B5EF4-FFF2-40B4-BE49-F238E27FC236}">
                <a16:creationId xmlns:a16="http://schemas.microsoft.com/office/drawing/2014/main" id="{D3FA4F4A-E455-4E11-B3DC-CC16AE6A601C}"/>
              </a:ext>
              <a:ext uri="{C183D7F6-B498-43B3-948B-1728B52AA6E4}">
                <adec:decorative xmlns:adec="http://schemas.microsoft.com/office/drawing/2017/decorative" val="1"/>
              </a:ext>
            </a:extLst>
          </p:cNvPr>
          <p:cNvSpPr>
            <a:spLocks noChangeArrowheads="1"/>
          </p:cNvSpPr>
          <p:nvPr/>
        </p:nvSpPr>
        <p:spPr bwMode="auto">
          <a:xfrm>
            <a:off x="8135938" y="3933825"/>
            <a:ext cx="827087" cy="173038"/>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70" name="Rectangle 21">
            <a:extLst>
              <a:ext uri="{FF2B5EF4-FFF2-40B4-BE49-F238E27FC236}">
                <a16:creationId xmlns:a16="http://schemas.microsoft.com/office/drawing/2014/main" id="{CC3E6938-6D16-41F2-8601-055A8B4554C0}"/>
              </a:ext>
            </a:extLst>
          </p:cNvPr>
          <p:cNvSpPr>
            <a:spLocks noChangeArrowheads="1"/>
          </p:cNvSpPr>
          <p:nvPr/>
        </p:nvSpPr>
        <p:spPr bwMode="auto">
          <a:xfrm>
            <a:off x="5184775" y="1952625"/>
            <a:ext cx="19446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&lt; 107 true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a:extLst>
              <a:ext uri="{FF2B5EF4-FFF2-40B4-BE49-F238E27FC236}">
                <a16:creationId xmlns:a16="http://schemas.microsoft.com/office/drawing/2014/main" id="{12B82CCE-C8F5-4038-83B3-A2DDD9FBE03F}"/>
              </a:ext>
            </a:extLst>
          </p:cNvPr>
          <p:cNvSpPr>
            <a:spLocks noGrp="1" noChangeArrowheads="1"/>
          </p:cNvSpPr>
          <p:nvPr>
            <p:ph type="title"/>
          </p:nvPr>
        </p:nvSpPr>
        <p:spPr>
          <a:xfrm>
            <a:off x="0" y="152400"/>
            <a:ext cx="8839200" cy="533400"/>
          </a:xfrm>
        </p:spPr>
        <p:txBody>
          <a:bodyPr/>
          <a:lstStyle/>
          <a:p>
            <a:r>
              <a:rPr lang="en-US" altLang="en-US" sz="2400">
                <a:cs typeface="Courier New" panose="02070309020205020404" pitchFamily="49" charset="0"/>
              </a:rPr>
              <a:t>Trace Inserting 101 into the following tree, cont.</a:t>
            </a:r>
          </a:p>
        </p:txBody>
      </p:sp>
      <p:sp>
        <p:nvSpPr>
          <p:cNvPr id="28686" name="Rectangle 13">
            <a:extLst>
              <a:ext uri="{FF2B5EF4-FFF2-40B4-BE49-F238E27FC236}">
                <a16:creationId xmlns:a16="http://schemas.microsoft.com/office/drawing/2014/main" id="{BCE79B17-6C84-4E2E-82C7-BFC69A824ACD}"/>
              </a:ext>
            </a:extLst>
          </p:cNvPr>
          <p:cNvSpPr>
            <a:spLocks noGrp="1" noChangeArrowheads="1"/>
          </p:cNvSpPr>
          <p:nvPr>
            <p:ph idx="1"/>
          </p:nvPr>
        </p:nvSpPr>
        <p:spPr>
          <a:xfrm>
            <a:off x="0" y="762000"/>
            <a:ext cx="5791200" cy="5867400"/>
          </a:xfrm>
        </p:spPr>
        <p:txBody>
          <a:bodyPr/>
          <a:lstStyle/>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current.left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current.right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&lt; </a:t>
            </a:r>
            <a:r>
              <a:rPr lang="en-US" altLang="en-US" sz="1100" b="1" dirty="0" err="1">
                <a:solidFill>
                  <a:schemeClr val="tx2"/>
                </a:solidFill>
                <a:latin typeface="Courier New" panose="02070309020205020404" pitchFamily="49" charset="0"/>
                <a:cs typeface="Times New Roman" panose="02020603050405020304" pitchFamily="18" charset="0"/>
              </a:rPr>
              <a:t>parent.element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parent.left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parent.right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1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400" b="1" dirty="0">
                <a:solidFill>
                  <a:schemeClr val="tx2"/>
                </a:solidFill>
                <a:latin typeface="Courier New" panose="02070309020205020404" pitchFamily="49" charset="0"/>
                <a:cs typeface="Courier New" panose="02070309020205020404" pitchFamily="49" charset="0"/>
              </a:rPr>
              <a:t> </a:t>
            </a:r>
          </a:p>
        </p:txBody>
      </p:sp>
      <p:sp>
        <p:nvSpPr>
          <p:cNvPr id="28674" name="Slide Number Placeholder 4">
            <a:extLst>
              <a:ext uri="{FF2B5EF4-FFF2-40B4-BE49-F238E27FC236}">
                <a16:creationId xmlns:a16="http://schemas.microsoft.com/office/drawing/2014/main" id="{908C49CD-1485-4331-A61E-405E1925F58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3310781-4712-475E-A240-D4EDE9EB410F}" type="slidenum">
              <a:rPr lang="en-US" altLang="en-US" sz="1400"/>
              <a:pPr>
                <a:spcBef>
                  <a:spcPct val="0"/>
                </a:spcBef>
                <a:buClrTx/>
                <a:buSzTx/>
                <a:buFontTx/>
                <a:buNone/>
              </a:pPr>
              <a:t>25</a:t>
            </a:fld>
            <a:endParaRPr lang="en-US" altLang="en-US" sz="1400"/>
          </a:p>
        </p:txBody>
      </p:sp>
      <p:sp>
        <p:nvSpPr>
          <p:cNvPr id="28689" name="Rectangle 16">
            <a:extLst>
              <a:ext uri="{FF2B5EF4-FFF2-40B4-BE49-F238E27FC236}">
                <a16:creationId xmlns:a16="http://schemas.microsoft.com/office/drawing/2014/main" id="{BF1BDDCB-CFF1-438A-B994-D0BBEA14A692}"/>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graphicFrame>
        <p:nvGraphicFramePr>
          <p:cNvPr id="28691" name="Object 18">
            <a:extLst>
              <a:ext uri="{FF2B5EF4-FFF2-40B4-BE49-F238E27FC236}">
                <a16:creationId xmlns:a16="http://schemas.microsoft.com/office/drawing/2014/main" id="{887E8DD3-8D7F-401C-9787-BB7293725321}"/>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358597668"/>
              </p:ext>
            </p:extLst>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92" name="Rectangle 19">
            <a:extLst>
              <a:ext uri="{FF2B5EF4-FFF2-40B4-BE49-F238E27FC236}">
                <a16:creationId xmlns:a16="http://schemas.microsoft.com/office/drawing/2014/main" id="{2A9037C0-E4DA-4A90-97BF-2C00BE13579B}"/>
              </a:ext>
              <a:ext uri="{C183D7F6-B498-43B3-948B-1728B52AA6E4}">
                <adec:decorative xmlns:adec="http://schemas.microsoft.com/office/drawing/2017/decorative" val="1"/>
              </a:ext>
            </a:extLst>
          </p:cNvPr>
          <p:cNvSpPr>
            <a:spLocks noChangeArrowheads="1"/>
          </p:cNvSpPr>
          <p:nvPr/>
        </p:nvSpPr>
        <p:spPr bwMode="auto">
          <a:xfrm>
            <a:off x="576263" y="2420938"/>
            <a:ext cx="1979612" cy="217487"/>
          </a:xfrm>
          <a:prstGeom prst="rect">
            <a:avLst/>
          </a:prstGeom>
          <a:solidFill>
            <a:schemeClr val="accent4">
              <a:lumMod val="40000"/>
              <a:lumOff val="60000"/>
              <a:alpha val="67058"/>
            </a:schemeClr>
          </a:solidFill>
          <a:ln>
            <a:noFill/>
          </a:ln>
        </p:spPr>
        <p:txBody>
          <a:bodyPr wrap="none" anchor="ctr"/>
          <a:lstStyle/>
          <a:p>
            <a:endParaRPr lang="en-US" altLang="en-US"/>
          </a:p>
        </p:txBody>
      </p:sp>
      <p:sp>
        <p:nvSpPr>
          <p:cNvPr id="28693" name="Rectangle 20">
            <a:extLst>
              <a:ext uri="{FF2B5EF4-FFF2-40B4-BE49-F238E27FC236}">
                <a16:creationId xmlns:a16="http://schemas.microsoft.com/office/drawing/2014/main" id="{304B3927-C73D-4418-AD9E-E60C45727E6E}"/>
              </a:ext>
              <a:ext uri="{C183D7F6-B498-43B3-948B-1728B52AA6E4}">
                <adec:decorative xmlns:adec="http://schemas.microsoft.com/office/drawing/2017/decorative" val="1"/>
              </a:ext>
            </a:extLst>
          </p:cNvPr>
          <p:cNvSpPr>
            <a:spLocks noChangeArrowheads="1"/>
          </p:cNvSpPr>
          <p:nvPr/>
        </p:nvSpPr>
        <p:spPr bwMode="auto">
          <a:xfrm>
            <a:off x="6767513" y="5734050"/>
            <a:ext cx="1836737" cy="431800"/>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94" name="Rectangle 21">
            <a:extLst>
              <a:ext uri="{FF2B5EF4-FFF2-40B4-BE49-F238E27FC236}">
                <a16:creationId xmlns:a16="http://schemas.microsoft.com/office/drawing/2014/main" id="{1AE7F50C-3290-4820-BE3F-17FC337BE7E2}"/>
              </a:ext>
            </a:extLst>
          </p:cNvPr>
          <p:cNvSpPr>
            <a:spLocks noChangeArrowheads="1"/>
          </p:cNvSpPr>
          <p:nvPr/>
        </p:nvSpPr>
        <p:spPr bwMode="auto">
          <a:xfrm>
            <a:off x="5184775" y="1952625"/>
            <a:ext cx="19446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&lt; 107 true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a:extLst>
              <a:ext uri="{FF2B5EF4-FFF2-40B4-BE49-F238E27FC236}">
                <a16:creationId xmlns:a16="http://schemas.microsoft.com/office/drawing/2014/main" id="{9A5BDF83-0115-4EC6-BC76-CAE77FE56127}"/>
              </a:ext>
            </a:extLst>
          </p:cNvPr>
          <p:cNvSpPr>
            <a:spLocks noGrp="1" noChangeArrowheads="1"/>
          </p:cNvSpPr>
          <p:nvPr>
            <p:ph type="title"/>
          </p:nvPr>
        </p:nvSpPr>
        <p:spPr>
          <a:xfrm>
            <a:off x="0" y="152400"/>
            <a:ext cx="8839200" cy="533400"/>
          </a:xfrm>
        </p:spPr>
        <p:txBody>
          <a:bodyPr/>
          <a:lstStyle/>
          <a:p>
            <a:r>
              <a:rPr lang="en-US" altLang="en-US" sz="2400">
                <a:cs typeface="Courier New" panose="02070309020205020404" pitchFamily="49" charset="0"/>
              </a:rPr>
              <a:t>Trace Inserting 101 into the following tree, cont.</a:t>
            </a:r>
          </a:p>
        </p:txBody>
      </p:sp>
      <p:sp>
        <p:nvSpPr>
          <p:cNvPr id="29710" name="Rectangle 13">
            <a:extLst>
              <a:ext uri="{FF2B5EF4-FFF2-40B4-BE49-F238E27FC236}">
                <a16:creationId xmlns:a16="http://schemas.microsoft.com/office/drawing/2014/main" id="{9DAA0885-940D-4048-AD2F-842E5236F741}"/>
              </a:ext>
            </a:extLst>
          </p:cNvPr>
          <p:cNvSpPr>
            <a:spLocks noGrp="1" noChangeArrowheads="1"/>
          </p:cNvSpPr>
          <p:nvPr>
            <p:ph idx="1"/>
          </p:nvPr>
        </p:nvSpPr>
        <p:spPr>
          <a:xfrm>
            <a:off x="0" y="762000"/>
            <a:ext cx="5791200" cy="5867400"/>
          </a:xfrm>
        </p:spPr>
        <p:txBody>
          <a:bodyPr/>
          <a:lstStyle/>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current.left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current.right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&lt; </a:t>
            </a:r>
            <a:r>
              <a:rPr lang="en-US" altLang="en-US" sz="1100" b="1" dirty="0" err="1">
                <a:solidFill>
                  <a:schemeClr val="tx2"/>
                </a:solidFill>
                <a:latin typeface="Courier New" panose="02070309020205020404" pitchFamily="49" charset="0"/>
                <a:cs typeface="Times New Roman" panose="02020603050405020304" pitchFamily="18" charset="0"/>
              </a:rPr>
              <a:t>parent.element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parent.left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parent.right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1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400" b="1" dirty="0">
                <a:solidFill>
                  <a:schemeClr val="tx2"/>
                </a:solidFill>
                <a:latin typeface="Courier New" panose="02070309020205020404" pitchFamily="49" charset="0"/>
                <a:cs typeface="Courier New" panose="02070309020205020404" pitchFamily="49" charset="0"/>
              </a:rPr>
              <a:t> </a:t>
            </a:r>
          </a:p>
        </p:txBody>
      </p:sp>
      <p:sp>
        <p:nvSpPr>
          <p:cNvPr id="29698" name="Slide Number Placeholder 4">
            <a:extLst>
              <a:ext uri="{FF2B5EF4-FFF2-40B4-BE49-F238E27FC236}">
                <a16:creationId xmlns:a16="http://schemas.microsoft.com/office/drawing/2014/main" id="{24423AC6-2F98-4EFC-BEEC-4C64ED2DDC8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A8A4A6C-09BC-4EF4-92D0-CA3D3FDC47DB}" type="slidenum">
              <a:rPr lang="en-US" altLang="en-US" sz="1400"/>
              <a:pPr>
                <a:spcBef>
                  <a:spcPct val="0"/>
                </a:spcBef>
                <a:buClrTx/>
                <a:buSzTx/>
                <a:buFontTx/>
                <a:buNone/>
              </a:pPr>
              <a:t>26</a:t>
            </a:fld>
            <a:endParaRPr lang="en-US" altLang="en-US" sz="1400"/>
          </a:p>
        </p:txBody>
      </p:sp>
      <p:sp>
        <p:nvSpPr>
          <p:cNvPr id="29713" name="Rectangle 16">
            <a:extLst>
              <a:ext uri="{FF2B5EF4-FFF2-40B4-BE49-F238E27FC236}">
                <a16:creationId xmlns:a16="http://schemas.microsoft.com/office/drawing/2014/main" id="{6B0036EB-948A-4807-811C-8EA474E5548D}"/>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graphicFrame>
        <p:nvGraphicFramePr>
          <p:cNvPr id="29715" name="Object 18">
            <a:extLst>
              <a:ext uri="{FF2B5EF4-FFF2-40B4-BE49-F238E27FC236}">
                <a16:creationId xmlns:a16="http://schemas.microsoft.com/office/drawing/2014/main" id="{FE96539E-5AFE-447B-93E6-4102D3AB66DB}"/>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305066899"/>
              </p:ext>
            </p:extLst>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16" name="Rectangle 19">
            <a:extLst>
              <a:ext uri="{FF2B5EF4-FFF2-40B4-BE49-F238E27FC236}">
                <a16:creationId xmlns:a16="http://schemas.microsoft.com/office/drawing/2014/main" id="{A7921727-0AE5-437A-8CBC-B4C5AEE97418}"/>
              </a:ext>
              <a:ext uri="{C183D7F6-B498-43B3-948B-1728B52AA6E4}">
                <adec:decorative xmlns:adec="http://schemas.microsoft.com/office/drawing/2017/decorative" val="1"/>
              </a:ext>
            </a:extLst>
          </p:cNvPr>
          <p:cNvSpPr>
            <a:spLocks noChangeArrowheads="1"/>
          </p:cNvSpPr>
          <p:nvPr/>
        </p:nvSpPr>
        <p:spPr bwMode="auto">
          <a:xfrm>
            <a:off x="215900" y="1808163"/>
            <a:ext cx="1979613" cy="217487"/>
          </a:xfrm>
          <a:prstGeom prst="rect">
            <a:avLst/>
          </a:prstGeom>
          <a:solidFill>
            <a:schemeClr val="accent4">
              <a:lumMod val="40000"/>
              <a:lumOff val="60000"/>
              <a:alpha val="67058"/>
            </a:schemeClr>
          </a:solidFill>
          <a:ln>
            <a:noFill/>
          </a:ln>
        </p:spPr>
        <p:txBody>
          <a:bodyPr wrap="none" anchor="ctr"/>
          <a:lstStyle/>
          <a:p>
            <a:endParaRPr lang="en-US" altLang="en-US"/>
          </a:p>
        </p:txBody>
      </p:sp>
      <p:sp>
        <p:nvSpPr>
          <p:cNvPr id="29717" name="Rectangle 20">
            <a:extLst>
              <a:ext uri="{FF2B5EF4-FFF2-40B4-BE49-F238E27FC236}">
                <a16:creationId xmlns:a16="http://schemas.microsoft.com/office/drawing/2014/main" id="{ACA42203-40C6-471D-BCA1-B38081B0941D}"/>
              </a:ext>
              <a:ext uri="{C183D7F6-B498-43B3-948B-1728B52AA6E4}">
                <adec:decorative xmlns:adec="http://schemas.microsoft.com/office/drawing/2017/decorative" val="1"/>
              </a:ext>
            </a:extLst>
          </p:cNvPr>
          <p:cNvSpPr>
            <a:spLocks noChangeArrowheads="1"/>
          </p:cNvSpPr>
          <p:nvPr/>
        </p:nvSpPr>
        <p:spPr bwMode="auto">
          <a:xfrm>
            <a:off x="6767513" y="5734050"/>
            <a:ext cx="1836737" cy="431800"/>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18" name="Rectangle 21">
            <a:extLst>
              <a:ext uri="{FF2B5EF4-FFF2-40B4-BE49-F238E27FC236}">
                <a16:creationId xmlns:a16="http://schemas.microsoft.com/office/drawing/2014/main" id="{6C0D3C08-B625-4F25-B09A-5EA656B2DDCA}"/>
              </a:ext>
            </a:extLst>
          </p:cNvPr>
          <p:cNvSpPr>
            <a:spLocks noChangeArrowheads="1"/>
          </p:cNvSpPr>
          <p:nvPr/>
        </p:nvSpPr>
        <p:spPr bwMode="auto">
          <a:xfrm>
            <a:off x="2843213" y="1700213"/>
            <a:ext cx="1944687" cy="25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current is null now</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a:extLst>
              <a:ext uri="{FF2B5EF4-FFF2-40B4-BE49-F238E27FC236}">
                <a16:creationId xmlns:a16="http://schemas.microsoft.com/office/drawing/2014/main" id="{5C699D83-336A-4817-B008-DCC09016CF24}"/>
              </a:ext>
            </a:extLst>
          </p:cNvPr>
          <p:cNvSpPr>
            <a:spLocks noGrp="1" noChangeArrowheads="1"/>
          </p:cNvSpPr>
          <p:nvPr>
            <p:ph type="title"/>
          </p:nvPr>
        </p:nvSpPr>
        <p:spPr>
          <a:xfrm>
            <a:off x="0" y="152400"/>
            <a:ext cx="8839200" cy="533400"/>
          </a:xfrm>
        </p:spPr>
        <p:txBody>
          <a:bodyPr/>
          <a:lstStyle/>
          <a:p>
            <a:r>
              <a:rPr lang="en-US" altLang="en-US" sz="2400">
                <a:cs typeface="Courier New" panose="02070309020205020404" pitchFamily="49" charset="0"/>
              </a:rPr>
              <a:t>Trace Inserting 101 into the following tree, cont.</a:t>
            </a:r>
          </a:p>
        </p:txBody>
      </p:sp>
      <p:sp>
        <p:nvSpPr>
          <p:cNvPr id="30734" name="Rectangle 13">
            <a:extLst>
              <a:ext uri="{FF2B5EF4-FFF2-40B4-BE49-F238E27FC236}">
                <a16:creationId xmlns:a16="http://schemas.microsoft.com/office/drawing/2014/main" id="{DDCDAD14-D7DF-4FC1-9290-08DB5A283332}"/>
              </a:ext>
            </a:extLst>
          </p:cNvPr>
          <p:cNvSpPr>
            <a:spLocks noGrp="1" noChangeArrowheads="1"/>
          </p:cNvSpPr>
          <p:nvPr>
            <p:ph idx="1"/>
          </p:nvPr>
        </p:nvSpPr>
        <p:spPr>
          <a:xfrm>
            <a:off x="0" y="762000"/>
            <a:ext cx="5791200" cy="5867400"/>
          </a:xfrm>
        </p:spPr>
        <p:txBody>
          <a:bodyPr/>
          <a:lstStyle/>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current.left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current.right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&lt; </a:t>
            </a:r>
            <a:r>
              <a:rPr lang="en-US" altLang="en-US" sz="1100" b="1" dirty="0" err="1">
                <a:solidFill>
                  <a:schemeClr val="tx2"/>
                </a:solidFill>
                <a:latin typeface="Courier New" panose="02070309020205020404" pitchFamily="49" charset="0"/>
                <a:cs typeface="Times New Roman" panose="02020603050405020304" pitchFamily="18" charset="0"/>
              </a:rPr>
              <a:t>parent.element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parent.left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parent.right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1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400" b="1" dirty="0">
                <a:solidFill>
                  <a:schemeClr val="tx2"/>
                </a:solidFill>
                <a:latin typeface="Courier New" panose="02070309020205020404" pitchFamily="49" charset="0"/>
                <a:cs typeface="Courier New" panose="02070309020205020404" pitchFamily="49" charset="0"/>
              </a:rPr>
              <a:t> </a:t>
            </a:r>
          </a:p>
        </p:txBody>
      </p:sp>
      <p:sp>
        <p:nvSpPr>
          <p:cNvPr id="30722" name="Slide Number Placeholder 4">
            <a:extLst>
              <a:ext uri="{FF2B5EF4-FFF2-40B4-BE49-F238E27FC236}">
                <a16:creationId xmlns:a16="http://schemas.microsoft.com/office/drawing/2014/main" id="{FDD05615-4807-45D1-A7A0-CD15FC7BE70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0371137-FE42-4F62-BE8A-41F2EEBC5E43}" type="slidenum">
              <a:rPr lang="en-US" altLang="en-US" sz="1400"/>
              <a:pPr>
                <a:spcBef>
                  <a:spcPct val="0"/>
                </a:spcBef>
                <a:buClrTx/>
                <a:buSzTx/>
                <a:buFontTx/>
                <a:buNone/>
              </a:pPr>
              <a:t>27</a:t>
            </a:fld>
            <a:endParaRPr lang="en-US" altLang="en-US" sz="1400"/>
          </a:p>
        </p:txBody>
      </p:sp>
      <p:sp>
        <p:nvSpPr>
          <p:cNvPr id="30737" name="Rectangle 16">
            <a:extLst>
              <a:ext uri="{FF2B5EF4-FFF2-40B4-BE49-F238E27FC236}">
                <a16:creationId xmlns:a16="http://schemas.microsoft.com/office/drawing/2014/main" id="{F8E541C3-08B1-453A-B6F4-50F86C330DF8}"/>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graphicFrame>
        <p:nvGraphicFramePr>
          <p:cNvPr id="30739" name="Object 18">
            <a:extLst>
              <a:ext uri="{FF2B5EF4-FFF2-40B4-BE49-F238E27FC236}">
                <a16:creationId xmlns:a16="http://schemas.microsoft.com/office/drawing/2014/main" id="{9C662611-208A-4343-B34B-49FA81496CA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870800248"/>
              </p:ext>
            </p:extLst>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40" name="Rectangle 19">
            <a:extLst>
              <a:ext uri="{FF2B5EF4-FFF2-40B4-BE49-F238E27FC236}">
                <a16:creationId xmlns:a16="http://schemas.microsoft.com/office/drawing/2014/main" id="{30061543-F37E-4561-9311-3B0701E76AF2}"/>
              </a:ext>
              <a:ext uri="{C183D7F6-B498-43B3-948B-1728B52AA6E4}">
                <adec:decorative xmlns:adec="http://schemas.microsoft.com/office/drawing/2017/decorative" val="1"/>
              </a:ext>
            </a:extLst>
          </p:cNvPr>
          <p:cNvSpPr>
            <a:spLocks noChangeArrowheads="1"/>
          </p:cNvSpPr>
          <p:nvPr/>
        </p:nvSpPr>
        <p:spPr bwMode="auto">
          <a:xfrm>
            <a:off x="250825" y="4437063"/>
            <a:ext cx="2557463" cy="217487"/>
          </a:xfrm>
          <a:prstGeom prst="rect">
            <a:avLst/>
          </a:prstGeom>
          <a:solidFill>
            <a:schemeClr val="accent4">
              <a:lumMod val="40000"/>
              <a:lumOff val="60000"/>
              <a:alpha val="67058"/>
            </a:schemeClr>
          </a:solidFill>
          <a:ln>
            <a:noFill/>
          </a:ln>
        </p:spPr>
        <p:txBody>
          <a:bodyPr wrap="none" anchor="ctr"/>
          <a:lstStyle/>
          <a:p>
            <a:endParaRPr lang="en-US" altLang="en-US"/>
          </a:p>
        </p:txBody>
      </p:sp>
      <p:sp>
        <p:nvSpPr>
          <p:cNvPr id="30741" name="Rectangle 20">
            <a:extLst>
              <a:ext uri="{FF2B5EF4-FFF2-40B4-BE49-F238E27FC236}">
                <a16:creationId xmlns:a16="http://schemas.microsoft.com/office/drawing/2014/main" id="{2ABC03B1-2CE3-4999-ACBB-D9DD25E34324}"/>
              </a:ext>
              <a:ext uri="{C183D7F6-B498-43B3-948B-1728B52AA6E4}">
                <adec:decorative xmlns:adec="http://schemas.microsoft.com/office/drawing/2017/decorative" val="1"/>
              </a:ext>
            </a:extLst>
          </p:cNvPr>
          <p:cNvSpPr>
            <a:spLocks noChangeArrowheads="1"/>
          </p:cNvSpPr>
          <p:nvPr/>
        </p:nvSpPr>
        <p:spPr bwMode="auto">
          <a:xfrm>
            <a:off x="6767513" y="5734050"/>
            <a:ext cx="1836737" cy="431800"/>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42" name="Rectangle 21">
            <a:extLst>
              <a:ext uri="{FF2B5EF4-FFF2-40B4-BE49-F238E27FC236}">
                <a16:creationId xmlns:a16="http://schemas.microsoft.com/office/drawing/2014/main" id="{BC2AE797-FF73-4862-8819-2E2459A8173F}"/>
              </a:ext>
            </a:extLst>
          </p:cNvPr>
          <p:cNvSpPr>
            <a:spLocks noChangeArrowheads="1"/>
          </p:cNvSpPr>
          <p:nvPr/>
        </p:nvSpPr>
        <p:spPr bwMode="auto">
          <a:xfrm>
            <a:off x="3527425" y="4437063"/>
            <a:ext cx="1944688" cy="25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&lt; 107 true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a:extLst>
              <a:ext uri="{FF2B5EF4-FFF2-40B4-BE49-F238E27FC236}">
                <a16:creationId xmlns:a16="http://schemas.microsoft.com/office/drawing/2014/main" id="{D8203948-E3F5-4A4F-B039-2F6F5839CBED}"/>
              </a:ext>
            </a:extLst>
          </p:cNvPr>
          <p:cNvSpPr>
            <a:spLocks noGrp="1" noChangeArrowheads="1"/>
          </p:cNvSpPr>
          <p:nvPr>
            <p:ph type="title"/>
          </p:nvPr>
        </p:nvSpPr>
        <p:spPr>
          <a:xfrm>
            <a:off x="0" y="152400"/>
            <a:ext cx="8839200" cy="533400"/>
          </a:xfrm>
        </p:spPr>
        <p:txBody>
          <a:bodyPr/>
          <a:lstStyle/>
          <a:p>
            <a:r>
              <a:rPr lang="en-US" altLang="en-US" sz="2400">
                <a:cs typeface="Courier New" panose="02070309020205020404" pitchFamily="49" charset="0"/>
              </a:rPr>
              <a:t>Trace Inserting 101 into the following tree, cont.</a:t>
            </a:r>
          </a:p>
        </p:txBody>
      </p:sp>
      <p:sp>
        <p:nvSpPr>
          <p:cNvPr id="31758" name="Rectangle 13">
            <a:extLst>
              <a:ext uri="{FF2B5EF4-FFF2-40B4-BE49-F238E27FC236}">
                <a16:creationId xmlns:a16="http://schemas.microsoft.com/office/drawing/2014/main" id="{B15699E9-23FA-43B3-B6B9-B807B8FEBDEE}"/>
              </a:ext>
            </a:extLst>
          </p:cNvPr>
          <p:cNvSpPr>
            <a:spLocks noGrp="1" noChangeArrowheads="1"/>
          </p:cNvSpPr>
          <p:nvPr>
            <p:ph idx="1"/>
          </p:nvPr>
        </p:nvSpPr>
        <p:spPr>
          <a:xfrm>
            <a:off x="0" y="762000"/>
            <a:ext cx="5791200" cy="5867400"/>
          </a:xfrm>
        </p:spPr>
        <p:txBody>
          <a:bodyPr/>
          <a:lstStyle/>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current.left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current.right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&lt; </a:t>
            </a:r>
            <a:r>
              <a:rPr lang="en-US" altLang="en-US" sz="1100" b="1" dirty="0" err="1">
                <a:solidFill>
                  <a:schemeClr val="tx2"/>
                </a:solidFill>
                <a:latin typeface="Courier New" panose="02070309020205020404" pitchFamily="49" charset="0"/>
                <a:cs typeface="Times New Roman" panose="02020603050405020304" pitchFamily="18" charset="0"/>
              </a:rPr>
              <a:t>parent.element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parent.left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parent.right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1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400" b="1" dirty="0">
                <a:solidFill>
                  <a:schemeClr val="tx2"/>
                </a:solidFill>
                <a:latin typeface="Courier New" panose="02070309020205020404" pitchFamily="49" charset="0"/>
                <a:cs typeface="Courier New" panose="02070309020205020404" pitchFamily="49" charset="0"/>
              </a:rPr>
              <a:t> </a:t>
            </a:r>
          </a:p>
        </p:txBody>
      </p:sp>
      <p:sp>
        <p:nvSpPr>
          <p:cNvPr id="31746" name="Slide Number Placeholder 4">
            <a:extLst>
              <a:ext uri="{FF2B5EF4-FFF2-40B4-BE49-F238E27FC236}">
                <a16:creationId xmlns:a16="http://schemas.microsoft.com/office/drawing/2014/main" id="{4116569C-473F-4574-9942-E1D3C7A54EE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41BCF97-490E-4B40-878C-882A56C3BC32}" type="slidenum">
              <a:rPr lang="en-US" altLang="en-US" sz="1400"/>
              <a:pPr>
                <a:spcBef>
                  <a:spcPct val="0"/>
                </a:spcBef>
                <a:buClrTx/>
                <a:buSzTx/>
                <a:buFontTx/>
                <a:buNone/>
              </a:pPr>
              <a:t>28</a:t>
            </a:fld>
            <a:endParaRPr lang="en-US" altLang="en-US" sz="1400"/>
          </a:p>
        </p:txBody>
      </p:sp>
      <p:sp>
        <p:nvSpPr>
          <p:cNvPr id="31761" name="Rectangle 16">
            <a:extLst>
              <a:ext uri="{FF2B5EF4-FFF2-40B4-BE49-F238E27FC236}">
                <a16:creationId xmlns:a16="http://schemas.microsoft.com/office/drawing/2014/main" id="{B9709EB1-3545-497D-A9D5-7ACF92282DA9}"/>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graphicFrame>
        <p:nvGraphicFramePr>
          <p:cNvPr id="31763" name="Object 18">
            <a:extLst>
              <a:ext uri="{FF2B5EF4-FFF2-40B4-BE49-F238E27FC236}">
                <a16:creationId xmlns:a16="http://schemas.microsoft.com/office/drawing/2014/main" id="{5393F9E0-328E-4962-8BDD-DFCC3B81C89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922579789"/>
              </p:ext>
            </p:extLst>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64" name="Rectangle 19">
            <a:extLst>
              <a:ext uri="{FF2B5EF4-FFF2-40B4-BE49-F238E27FC236}">
                <a16:creationId xmlns:a16="http://schemas.microsoft.com/office/drawing/2014/main" id="{DE81D87B-D196-4289-A735-09589C873B80}"/>
              </a:ext>
              <a:ext uri="{C183D7F6-B498-43B3-948B-1728B52AA6E4}">
                <adec:decorative xmlns:adec="http://schemas.microsoft.com/office/drawing/2017/decorative" val="1"/>
              </a:ext>
            </a:extLst>
          </p:cNvPr>
          <p:cNvSpPr>
            <a:spLocks noChangeArrowheads="1"/>
          </p:cNvSpPr>
          <p:nvPr/>
        </p:nvSpPr>
        <p:spPr bwMode="auto">
          <a:xfrm>
            <a:off x="395288" y="4652963"/>
            <a:ext cx="3168650" cy="217487"/>
          </a:xfrm>
          <a:prstGeom prst="rect">
            <a:avLst/>
          </a:prstGeom>
          <a:solidFill>
            <a:schemeClr val="accent4">
              <a:lumMod val="40000"/>
              <a:lumOff val="60000"/>
              <a:alpha val="67058"/>
            </a:schemeClr>
          </a:solidFill>
          <a:ln>
            <a:noFill/>
          </a:ln>
        </p:spPr>
        <p:txBody>
          <a:bodyPr wrap="none" anchor="ctr"/>
          <a:lstStyle/>
          <a:p>
            <a:endParaRPr lang="en-US" altLang="en-US"/>
          </a:p>
        </p:txBody>
      </p:sp>
      <p:sp>
        <p:nvSpPr>
          <p:cNvPr id="31765" name="Rectangle 20">
            <a:extLst>
              <a:ext uri="{FF2B5EF4-FFF2-40B4-BE49-F238E27FC236}">
                <a16:creationId xmlns:a16="http://schemas.microsoft.com/office/drawing/2014/main" id="{4E769982-20E7-4E79-A067-34D445CF4F27}"/>
              </a:ext>
              <a:ext uri="{C183D7F6-B498-43B3-948B-1728B52AA6E4}">
                <adec:decorative xmlns:adec="http://schemas.microsoft.com/office/drawing/2017/decorative" val="1"/>
              </a:ext>
            </a:extLst>
          </p:cNvPr>
          <p:cNvSpPr>
            <a:spLocks noChangeArrowheads="1"/>
          </p:cNvSpPr>
          <p:nvPr/>
        </p:nvSpPr>
        <p:spPr bwMode="auto">
          <a:xfrm>
            <a:off x="6767513" y="5516563"/>
            <a:ext cx="1368425" cy="757237"/>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66" name="Rectangle 21">
            <a:extLst>
              <a:ext uri="{FF2B5EF4-FFF2-40B4-BE49-F238E27FC236}">
                <a16:creationId xmlns:a16="http://schemas.microsoft.com/office/drawing/2014/main" id="{23027592-701F-4B01-B624-8F54DDDDA3B9}"/>
              </a:ext>
            </a:extLst>
          </p:cNvPr>
          <p:cNvSpPr>
            <a:spLocks noChangeArrowheads="1"/>
          </p:cNvSpPr>
          <p:nvPr/>
        </p:nvSpPr>
        <p:spPr bwMode="auto">
          <a:xfrm>
            <a:off x="3527425" y="4437063"/>
            <a:ext cx="1944688" cy="25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&lt; 107 true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a:extLst>
              <a:ext uri="{FF2B5EF4-FFF2-40B4-BE49-F238E27FC236}">
                <a16:creationId xmlns:a16="http://schemas.microsoft.com/office/drawing/2014/main" id="{36CFB82C-9D0C-4793-9D39-B9FE4CCB4965}"/>
              </a:ext>
            </a:extLst>
          </p:cNvPr>
          <p:cNvSpPr>
            <a:spLocks noGrp="1" noChangeArrowheads="1"/>
          </p:cNvSpPr>
          <p:nvPr>
            <p:ph type="title"/>
          </p:nvPr>
        </p:nvSpPr>
        <p:spPr>
          <a:xfrm>
            <a:off x="0" y="152400"/>
            <a:ext cx="8839200" cy="533400"/>
          </a:xfrm>
        </p:spPr>
        <p:txBody>
          <a:bodyPr/>
          <a:lstStyle/>
          <a:p>
            <a:r>
              <a:rPr lang="en-US" altLang="en-US" sz="2400">
                <a:cs typeface="Courier New" panose="02070309020205020404" pitchFamily="49" charset="0"/>
              </a:rPr>
              <a:t>Trace Inserting 101 into the following tree, cont.</a:t>
            </a:r>
          </a:p>
        </p:txBody>
      </p:sp>
      <p:sp>
        <p:nvSpPr>
          <p:cNvPr id="32782" name="Rectangle 13">
            <a:extLst>
              <a:ext uri="{FF2B5EF4-FFF2-40B4-BE49-F238E27FC236}">
                <a16:creationId xmlns:a16="http://schemas.microsoft.com/office/drawing/2014/main" id="{1589514C-1E89-4025-9DD8-0FAE367D774A}"/>
              </a:ext>
            </a:extLst>
          </p:cNvPr>
          <p:cNvSpPr>
            <a:spLocks noGrp="1" noChangeArrowheads="1"/>
          </p:cNvSpPr>
          <p:nvPr>
            <p:ph idx="1"/>
          </p:nvPr>
        </p:nvSpPr>
        <p:spPr>
          <a:xfrm>
            <a:off x="0" y="762000"/>
            <a:ext cx="5791200" cy="5867400"/>
          </a:xfrm>
        </p:spPr>
        <p:txBody>
          <a:bodyPr/>
          <a:lstStyle/>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current.left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current.right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&lt; </a:t>
            </a:r>
            <a:r>
              <a:rPr lang="en-US" altLang="en-US" sz="1100" b="1" dirty="0" err="1">
                <a:solidFill>
                  <a:schemeClr val="tx2"/>
                </a:solidFill>
                <a:latin typeface="Courier New" panose="02070309020205020404" pitchFamily="49" charset="0"/>
                <a:cs typeface="Times New Roman" panose="02020603050405020304" pitchFamily="18" charset="0"/>
              </a:rPr>
              <a:t>parent.element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parent.left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parent.right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1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400" b="1" dirty="0">
                <a:solidFill>
                  <a:schemeClr val="tx2"/>
                </a:solidFill>
                <a:latin typeface="Courier New" panose="02070309020205020404" pitchFamily="49" charset="0"/>
                <a:cs typeface="Courier New" panose="02070309020205020404" pitchFamily="49" charset="0"/>
              </a:rPr>
              <a:t> </a:t>
            </a:r>
          </a:p>
        </p:txBody>
      </p:sp>
      <p:sp>
        <p:nvSpPr>
          <p:cNvPr id="32770" name="Slide Number Placeholder 4">
            <a:extLst>
              <a:ext uri="{FF2B5EF4-FFF2-40B4-BE49-F238E27FC236}">
                <a16:creationId xmlns:a16="http://schemas.microsoft.com/office/drawing/2014/main" id="{8A0148E1-0EB6-4512-B640-63E126F50F9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AD3DDF7-39B1-4B5F-8B38-9D5C4D46BA78}" type="slidenum">
              <a:rPr lang="en-US" altLang="en-US" sz="1400"/>
              <a:pPr>
                <a:spcBef>
                  <a:spcPct val="0"/>
                </a:spcBef>
                <a:buClrTx/>
                <a:buSzTx/>
                <a:buFontTx/>
                <a:buNone/>
              </a:pPr>
              <a:t>29</a:t>
            </a:fld>
            <a:endParaRPr lang="en-US" altLang="en-US" sz="1400"/>
          </a:p>
        </p:txBody>
      </p:sp>
      <p:sp>
        <p:nvSpPr>
          <p:cNvPr id="32785" name="Rectangle 16">
            <a:extLst>
              <a:ext uri="{FF2B5EF4-FFF2-40B4-BE49-F238E27FC236}">
                <a16:creationId xmlns:a16="http://schemas.microsoft.com/office/drawing/2014/main" id="{3A0E39D3-272D-487E-8356-CDD86E2F77D4}"/>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graphicFrame>
        <p:nvGraphicFramePr>
          <p:cNvPr id="32787" name="Object 18">
            <a:extLst>
              <a:ext uri="{FF2B5EF4-FFF2-40B4-BE49-F238E27FC236}">
                <a16:creationId xmlns:a16="http://schemas.microsoft.com/office/drawing/2014/main" id="{73B1EC84-A5A4-4359-BC9A-D2A3B4A24A2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509349186"/>
              </p:ext>
            </p:extLst>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88" name="Rectangle 19">
            <a:extLst>
              <a:ext uri="{FF2B5EF4-FFF2-40B4-BE49-F238E27FC236}">
                <a16:creationId xmlns:a16="http://schemas.microsoft.com/office/drawing/2014/main" id="{7191AAE8-D71E-4B3B-82CF-1DDE18CE3055}"/>
              </a:ext>
              <a:ext uri="{C183D7F6-B498-43B3-948B-1728B52AA6E4}">
                <adec:decorative xmlns:adec="http://schemas.microsoft.com/office/drawing/2017/decorative" val="1"/>
              </a:ext>
            </a:extLst>
          </p:cNvPr>
          <p:cNvSpPr>
            <a:spLocks noChangeArrowheads="1"/>
          </p:cNvSpPr>
          <p:nvPr/>
        </p:nvSpPr>
        <p:spPr bwMode="auto">
          <a:xfrm>
            <a:off x="76200" y="5480051"/>
            <a:ext cx="3168650" cy="217488"/>
          </a:xfrm>
          <a:prstGeom prst="rect">
            <a:avLst/>
          </a:prstGeom>
          <a:solidFill>
            <a:schemeClr val="accent4">
              <a:lumMod val="40000"/>
              <a:lumOff val="60000"/>
              <a:alpha val="67058"/>
            </a:schemeClr>
          </a:solidFill>
          <a:ln>
            <a:noFill/>
          </a:ln>
        </p:spPr>
        <p:txBody>
          <a:bodyPr wrap="none" anchor="ctr"/>
          <a:lstStyle/>
          <a:p>
            <a:endParaRPr lang="en-US" altLang="en-US"/>
          </a:p>
        </p:txBody>
      </p:sp>
      <p:sp>
        <p:nvSpPr>
          <p:cNvPr id="32789" name="Rectangle 20">
            <a:extLst>
              <a:ext uri="{FF2B5EF4-FFF2-40B4-BE49-F238E27FC236}">
                <a16:creationId xmlns:a16="http://schemas.microsoft.com/office/drawing/2014/main" id="{30E66054-3986-4883-8B9E-F49F1EAE222D}"/>
              </a:ext>
              <a:ext uri="{C183D7F6-B498-43B3-948B-1728B52AA6E4}">
                <adec:decorative xmlns:adec="http://schemas.microsoft.com/office/drawing/2017/decorative" val="1"/>
              </a:ext>
            </a:extLst>
          </p:cNvPr>
          <p:cNvSpPr>
            <a:spLocks noChangeArrowheads="1"/>
          </p:cNvSpPr>
          <p:nvPr/>
        </p:nvSpPr>
        <p:spPr bwMode="auto">
          <a:xfrm>
            <a:off x="6767513" y="5516563"/>
            <a:ext cx="1368425" cy="757237"/>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90" name="Rectangle 21">
            <a:extLst>
              <a:ext uri="{FF2B5EF4-FFF2-40B4-BE49-F238E27FC236}">
                <a16:creationId xmlns:a16="http://schemas.microsoft.com/office/drawing/2014/main" id="{0120FE74-BF4F-446D-807C-683775D4D35E}"/>
              </a:ext>
            </a:extLst>
          </p:cNvPr>
          <p:cNvSpPr>
            <a:spLocks noChangeArrowheads="1"/>
          </p:cNvSpPr>
          <p:nvPr/>
        </p:nvSpPr>
        <p:spPr bwMode="auto">
          <a:xfrm>
            <a:off x="3527425" y="4437063"/>
            <a:ext cx="1944688" cy="25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&lt; 107 true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a:extLst>
              <a:ext uri="{FF2B5EF4-FFF2-40B4-BE49-F238E27FC236}">
                <a16:creationId xmlns:a16="http://schemas.microsoft.com/office/drawing/2014/main" id="{6D2BEFCA-0595-43C2-8A0D-39AF8E5F2A6E}"/>
              </a:ext>
            </a:extLst>
          </p:cNvPr>
          <p:cNvSpPr>
            <a:spLocks noGrp="1" noChangeArrowheads="1"/>
          </p:cNvSpPr>
          <p:nvPr>
            <p:ph type="title"/>
          </p:nvPr>
        </p:nvSpPr>
        <p:spPr>
          <a:xfrm>
            <a:off x="0" y="152400"/>
            <a:ext cx="8839200" cy="533400"/>
          </a:xfrm>
        </p:spPr>
        <p:txBody>
          <a:bodyPr/>
          <a:lstStyle/>
          <a:p>
            <a:r>
              <a:rPr lang="en-US" altLang="en-US" sz="3600"/>
              <a:t>Inserting 59 into the Tree</a:t>
            </a:r>
          </a:p>
        </p:txBody>
      </p:sp>
      <p:sp>
        <p:nvSpPr>
          <p:cNvPr id="33806" name="Rectangle 13">
            <a:extLst>
              <a:ext uri="{FF2B5EF4-FFF2-40B4-BE49-F238E27FC236}">
                <a16:creationId xmlns:a16="http://schemas.microsoft.com/office/drawing/2014/main" id="{051449E2-F9A3-4F95-A620-79A0F8E066B4}"/>
              </a:ext>
            </a:extLst>
          </p:cNvPr>
          <p:cNvSpPr>
            <a:spLocks noGrp="1" noChangeArrowheads="1"/>
          </p:cNvSpPr>
          <p:nvPr>
            <p:ph idx="1"/>
          </p:nvPr>
        </p:nvSpPr>
        <p:spPr>
          <a:xfrm>
            <a:off x="0" y="762000"/>
            <a:ext cx="5791200" cy="5867400"/>
          </a:xfrm>
        </p:spPr>
        <p:txBody>
          <a:bodyPr/>
          <a:lstStyle/>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while (current != null) {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value &lt;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current.left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if (element value &gt; the value in </a:t>
            </a:r>
            <a:r>
              <a:rPr lang="en-US" altLang="en-US" sz="1100" b="1" dirty="0" err="1">
                <a:solidFill>
                  <a:schemeClr val="tx2"/>
                </a:solidFill>
                <a:latin typeface="Courier New" panose="02070309020205020404" pitchFamily="49" charset="0"/>
                <a:cs typeface="Times New Roman" panose="02020603050405020304" pitchFamily="18" charset="0"/>
              </a:rPr>
              <a:t>current.element</a:t>
            </a: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current = </a:t>
            </a:r>
            <a:r>
              <a:rPr lang="en-US" altLang="en-US" sz="1100" b="1" dirty="0" err="1">
                <a:solidFill>
                  <a:schemeClr val="tx2"/>
                </a:solidFill>
                <a:latin typeface="Courier New" panose="02070309020205020404" pitchFamily="49" charset="0"/>
                <a:cs typeface="Times New Roman" panose="02020603050405020304" pitchFamily="18" charset="0"/>
              </a:rPr>
              <a:t>current.right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 end-while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if (element &lt; </a:t>
            </a:r>
            <a:r>
              <a:rPr lang="en-US" altLang="en-US" sz="1100" b="1" dirty="0" err="1">
                <a:solidFill>
                  <a:schemeClr val="tx2"/>
                </a:solidFill>
                <a:latin typeface="Courier New" panose="02070309020205020404" pitchFamily="49" charset="0"/>
                <a:cs typeface="Times New Roman" panose="02020603050405020304" pitchFamily="18" charset="0"/>
              </a:rPr>
              <a:t>parent.element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parent.left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    </a:t>
            </a:r>
            <a:r>
              <a:rPr lang="en-US" altLang="en-US" sz="1100" b="1" dirty="0" err="1">
                <a:solidFill>
                  <a:schemeClr val="tx2"/>
                </a:solidFill>
                <a:latin typeface="Courier New" panose="02070309020205020404" pitchFamily="49" charset="0"/>
                <a:cs typeface="Times New Roman" panose="02020603050405020304" pitchFamily="18" charset="0"/>
              </a:rPr>
              <a:t>parent.right</a:t>
            </a:r>
            <a:r>
              <a:rPr lang="en-US" altLang="en-US" sz="1100" b="1" dirty="0">
                <a:solidFill>
                  <a:schemeClr val="tx2"/>
                </a:solidFill>
                <a:latin typeface="Courier New" panose="02070309020205020404" pitchFamily="49" charset="0"/>
                <a:cs typeface="Times New Roman" panose="02020603050405020304" pitchFamily="18" charset="0"/>
              </a:rPr>
              <a:t> = new TreeNode(</a:t>
            </a:r>
            <a:r>
              <a:rPr lang="en-US" altLang="en-US" sz="1100" b="1" dirty="0" err="1">
                <a:solidFill>
                  <a:schemeClr val="tx2"/>
                </a:solidFill>
                <a:latin typeface="Courier New" panose="02070309020205020404" pitchFamily="49" charset="0"/>
                <a:cs typeface="Times New Roman" panose="02020603050405020304" pitchFamily="18" charset="0"/>
              </a:rPr>
              <a:t>elemenet</a:t>
            </a:r>
            <a:r>
              <a:rPr lang="en-US" altLang="en-US" sz="1100" b="1" dirty="0">
                <a:solidFill>
                  <a:schemeClr val="tx2"/>
                </a:solidFill>
                <a:latin typeface="Courier New" panose="02070309020205020404" pitchFamily="49" charset="0"/>
                <a:cs typeface="Times New Roman" panose="02020603050405020304" pitchFamily="18" charset="0"/>
              </a:rPr>
              <a:t>);</a:t>
            </a:r>
          </a:p>
          <a:p>
            <a:pPr marL="0" indent="0">
              <a:buNone/>
            </a:pPr>
            <a:r>
              <a:rPr lang="en-US" altLang="en-US" sz="1100" b="1" dirty="0">
                <a:solidFill>
                  <a:schemeClr val="tx2"/>
                </a:solidFill>
                <a:latin typeface="Courier New" panose="02070309020205020404" pitchFamily="49" charset="0"/>
                <a:cs typeface="Courier New" panose="02070309020205020404" pitchFamily="49" charset="0"/>
              </a:rPr>
              <a:t>}// end-else</a:t>
            </a:r>
          </a:p>
          <a:p>
            <a:pPr marL="0" indent="0">
              <a:buFont typeface="Monotype Sorts"/>
              <a:buNone/>
            </a:pPr>
            <a:r>
              <a:rPr lang="en-US" altLang="en-US" sz="1100" b="1" dirty="0">
                <a:solidFill>
                  <a:schemeClr val="tx2"/>
                </a:solidFill>
                <a:latin typeface="Courier New" panose="02070309020205020404" pitchFamily="49" charset="0"/>
                <a:cs typeface="Times New Roman" panose="02020603050405020304" pitchFamily="18" charset="0"/>
              </a:rPr>
              <a:t>return true; // Element inserted</a:t>
            </a:r>
            <a:r>
              <a:rPr lang="en-US" altLang="en-US" sz="1400" b="1" dirty="0">
                <a:solidFill>
                  <a:schemeClr val="tx2"/>
                </a:solidFill>
                <a:latin typeface="Courier New" panose="02070309020205020404" pitchFamily="49" charset="0"/>
                <a:cs typeface="Courier New" panose="02070309020205020404" pitchFamily="49" charset="0"/>
              </a:rPr>
              <a:t> </a:t>
            </a:r>
          </a:p>
        </p:txBody>
      </p:sp>
      <p:sp>
        <p:nvSpPr>
          <p:cNvPr id="33794" name="Slide Number Placeholder 4">
            <a:extLst>
              <a:ext uri="{FF2B5EF4-FFF2-40B4-BE49-F238E27FC236}">
                <a16:creationId xmlns:a16="http://schemas.microsoft.com/office/drawing/2014/main" id="{909B8179-4798-4966-8A27-F79F9C7B9D0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9E4B5E6-36F4-4D87-9C32-7C9D52CA2E50}" type="slidenum">
              <a:rPr lang="en-US" altLang="en-US" sz="1400"/>
              <a:pPr>
                <a:spcBef>
                  <a:spcPct val="0"/>
                </a:spcBef>
                <a:buClrTx/>
                <a:buSzTx/>
                <a:buFontTx/>
                <a:buNone/>
              </a:pPr>
              <a:t>30</a:t>
            </a:fld>
            <a:endParaRPr lang="en-US" altLang="en-US" sz="1400"/>
          </a:p>
        </p:txBody>
      </p:sp>
      <p:graphicFrame>
        <p:nvGraphicFramePr>
          <p:cNvPr id="33810" name="Object 18">
            <a:extLst>
              <a:ext uri="{FF2B5EF4-FFF2-40B4-BE49-F238E27FC236}">
                <a16:creationId xmlns:a16="http://schemas.microsoft.com/office/drawing/2014/main" id="{5A12F91D-4079-4E83-8DC6-F01803AD380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99969673"/>
              </p:ext>
            </p:extLst>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r:id="rId2" imgW="2514600" imgH="2001012" progId="Word.Picture.8">
                  <p:embed/>
                </p:oleObj>
              </mc:Choice>
              <mc:Fallback>
                <p:oleObj r:id="rId2" imgW="2514600" imgH="2001012"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a:extLst>
              <a:ext uri="{FF2B5EF4-FFF2-40B4-BE49-F238E27FC236}">
                <a16:creationId xmlns:a16="http://schemas.microsoft.com/office/drawing/2014/main" id="{2AD149EE-F8B3-48B5-9FBD-BD52EC1EA9E4}"/>
              </a:ext>
            </a:extLst>
          </p:cNvPr>
          <p:cNvSpPr>
            <a:spLocks noGrp="1" noChangeArrowheads="1"/>
          </p:cNvSpPr>
          <p:nvPr>
            <p:ph type="title"/>
          </p:nvPr>
        </p:nvSpPr>
        <p:spPr>
          <a:xfrm>
            <a:off x="0" y="152400"/>
            <a:ext cx="8839200" cy="533400"/>
          </a:xfrm>
        </p:spPr>
        <p:txBody>
          <a:bodyPr/>
          <a:lstStyle/>
          <a:p>
            <a:r>
              <a:rPr lang="en-US" altLang="en-US" sz="3600"/>
              <a:t>Tree Traversal</a:t>
            </a:r>
          </a:p>
        </p:txBody>
      </p:sp>
      <p:sp>
        <p:nvSpPr>
          <p:cNvPr id="34818" name="Slide Number Placeholder 4">
            <a:extLst>
              <a:ext uri="{FF2B5EF4-FFF2-40B4-BE49-F238E27FC236}">
                <a16:creationId xmlns:a16="http://schemas.microsoft.com/office/drawing/2014/main" id="{53C10A7D-F99F-4F3D-A318-6E7E03014F04}"/>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0D8AB9A-7E67-4194-8212-9C5F60078B3C}" type="slidenum">
              <a:rPr lang="en-US" altLang="en-US" sz="1400"/>
              <a:pPr>
                <a:spcBef>
                  <a:spcPct val="0"/>
                </a:spcBef>
                <a:buClrTx/>
                <a:buSzTx/>
                <a:buFontTx/>
                <a:buNone/>
              </a:pPr>
              <a:t>31</a:t>
            </a:fld>
            <a:endParaRPr lang="en-US" altLang="en-US" sz="1400"/>
          </a:p>
        </p:txBody>
      </p:sp>
      <p:sp>
        <p:nvSpPr>
          <p:cNvPr id="34832" name="Rectangle 16">
            <a:extLst>
              <a:ext uri="{FF2B5EF4-FFF2-40B4-BE49-F238E27FC236}">
                <a16:creationId xmlns:a16="http://schemas.microsoft.com/office/drawing/2014/main" id="{96BE4BAC-BD7A-405D-9D51-E80BE40DFBC0}"/>
              </a:ext>
            </a:extLst>
          </p:cNvPr>
          <p:cNvSpPr>
            <a:spLocks noChangeArrowheads="1"/>
          </p:cNvSpPr>
          <p:nvPr/>
        </p:nvSpPr>
        <p:spPr bwMode="auto">
          <a:xfrm>
            <a:off x="228600" y="838200"/>
            <a:ext cx="86868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800" dirty="0">
                <a:cs typeface="Courier New" panose="02070309020205020404" pitchFamily="49" charset="0"/>
              </a:rPr>
              <a:t>Tree traversal is the process of visiting each node in the tree exactly once. There are several ways to traverse a tree. This section presents </a:t>
            </a:r>
            <a:r>
              <a:rPr lang="en-US" altLang="en-US" sz="2800" i="1" dirty="0" err="1">
                <a:cs typeface="Courier New" panose="02070309020205020404" pitchFamily="49" charset="0"/>
              </a:rPr>
              <a:t>inorder</a:t>
            </a:r>
            <a:r>
              <a:rPr lang="en-US" altLang="en-US" sz="2800" dirty="0">
                <a:cs typeface="Courier New" panose="02070309020205020404" pitchFamily="49" charset="0"/>
              </a:rPr>
              <a:t>, </a:t>
            </a:r>
            <a:r>
              <a:rPr lang="en-US" altLang="en-US" sz="2800" i="1" dirty="0">
                <a:cs typeface="Courier New" panose="02070309020205020404" pitchFamily="49" charset="0"/>
              </a:rPr>
              <a:t>preorder</a:t>
            </a:r>
            <a:r>
              <a:rPr lang="en-US" altLang="en-US" sz="2800" dirty="0">
                <a:cs typeface="Courier New" panose="02070309020205020404" pitchFamily="49" charset="0"/>
              </a:rPr>
              <a:t>, </a:t>
            </a:r>
            <a:r>
              <a:rPr lang="en-US" altLang="en-US" sz="2800" i="1" dirty="0" err="1">
                <a:cs typeface="Courier New" panose="02070309020205020404" pitchFamily="49" charset="0"/>
              </a:rPr>
              <a:t>postorder</a:t>
            </a:r>
            <a:r>
              <a:rPr lang="en-US" altLang="en-US" sz="2800" i="1" dirty="0">
                <a:cs typeface="Courier New" panose="02070309020205020404" pitchFamily="49" charset="0"/>
              </a:rPr>
              <a:t>, depth-first, and breadth-first</a:t>
            </a:r>
            <a:r>
              <a:rPr lang="en-US" altLang="en-US" sz="2800" dirty="0">
                <a:cs typeface="Courier New" panose="02070309020205020404" pitchFamily="49" charset="0"/>
              </a:rPr>
              <a:t> traversals.</a:t>
            </a:r>
          </a:p>
          <a:p>
            <a:pPr>
              <a:lnSpc>
                <a:spcPct val="90000"/>
              </a:lnSpc>
              <a:buFont typeface="Monotype Sorts"/>
              <a:buNone/>
            </a:pPr>
            <a:endParaRPr lang="en-US" altLang="en-US" sz="2800" dirty="0">
              <a:cs typeface="Courier New" panose="02070309020205020404" pitchFamily="49" charset="0"/>
            </a:endParaRPr>
          </a:p>
          <a:p>
            <a:pPr>
              <a:lnSpc>
                <a:spcPct val="90000"/>
              </a:lnSpc>
              <a:buFont typeface="Monotype Sorts"/>
              <a:buNone/>
            </a:pPr>
            <a:r>
              <a:rPr lang="en-US" altLang="en-US" sz="2800" dirty="0">
                <a:highlight>
                  <a:srgbClr val="FFFF00"/>
                </a:highlight>
                <a:cs typeface="Courier New" panose="02070309020205020404" pitchFamily="49" charset="0"/>
              </a:rPr>
              <a:t>The </a:t>
            </a:r>
            <a:r>
              <a:rPr lang="en-US" altLang="en-US" sz="2800" b="1" dirty="0" err="1">
                <a:highlight>
                  <a:srgbClr val="FFFF00"/>
                </a:highlight>
                <a:cs typeface="Courier New" panose="02070309020205020404" pitchFamily="49" charset="0"/>
              </a:rPr>
              <a:t>inorder</a:t>
            </a:r>
            <a:r>
              <a:rPr lang="en-US" altLang="en-US" sz="2800" b="1" dirty="0">
                <a:highlight>
                  <a:srgbClr val="FFFF00"/>
                </a:highlight>
                <a:cs typeface="Courier New" panose="02070309020205020404" pitchFamily="49" charset="0"/>
              </a:rPr>
              <a:t> traversal </a:t>
            </a:r>
            <a:r>
              <a:rPr lang="en-US" altLang="en-US" sz="2800" dirty="0">
                <a:highlight>
                  <a:srgbClr val="FFFF00"/>
                </a:highlight>
                <a:cs typeface="Courier New" panose="02070309020205020404" pitchFamily="49" charset="0"/>
              </a:rPr>
              <a:t>is to visit the left subtree of the current node first recursively, then the current node itself, and finally the right subtree of the current node recursively. </a:t>
            </a:r>
          </a:p>
          <a:p>
            <a:pPr>
              <a:lnSpc>
                <a:spcPct val="90000"/>
              </a:lnSpc>
              <a:buFont typeface="Monotype Sorts"/>
              <a:buNone/>
            </a:pPr>
            <a:r>
              <a:rPr lang="en-US" altLang="en-US" sz="2800" dirty="0">
                <a:highlight>
                  <a:srgbClr val="FFFF00"/>
                </a:highlight>
                <a:cs typeface="Courier New" panose="02070309020205020404" pitchFamily="49" charset="0"/>
              </a:rPr>
              <a:t> </a:t>
            </a:r>
          </a:p>
          <a:p>
            <a:pPr>
              <a:lnSpc>
                <a:spcPct val="90000"/>
              </a:lnSpc>
              <a:buFont typeface="Monotype Sorts"/>
              <a:buNone/>
            </a:pPr>
            <a:r>
              <a:rPr lang="en-US" altLang="en-US" sz="2800" dirty="0">
                <a:cs typeface="Courier New" panose="02070309020205020404" pitchFamily="49" charset="0"/>
              </a:rPr>
              <a:t>The </a:t>
            </a:r>
            <a:r>
              <a:rPr lang="en-US" altLang="en-US" sz="2800" b="1" dirty="0" err="1">
                <a:cs typeface="Courier New" panose="02070309020205020404" pitchFamily="49" charset="0"/>
              </a:rPr>
              <a:t>postorder</a:t>
            </a:r>
            <a:r>
              <a:rPr lang="en-US" altLang="en-US" sz="2800" dirty="0">
                <a:cs typeface="Courier New" panose="02070309020205020404" pitchFamily="49" charset="0"/>
              </a:rPr>
              <a:t> traversal is to visit the left subtree of the current node first, then the right subtree of the current node, and finally the current node itself.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a:extLst>
              <a:ext uri="{FF2B5EF4-FFF2-40B4-BE49-F238E27FC236}">
                <a16:creationId xmlns:a16="http://schemas.microsoft.com/office/drawing/2014/main" id="{ED2223E9-D189-485A-8AC6-D304EFA0709C}"/>
              </a:ext>
            </a:extLst>
          </p:cNvPr>
          <p:cNvSpPr>
            <a:spLocks noGrp="1" noChangeArrowheads="1"/>
          </p:cNvSpPr>
          <p:nvPr>
            <p:ph type="title"/>
          </p:nvPr>
        </p:nvSpPr>
        <p:spPr>
          <a:xfrm>
            <a:off x="0" y="152400"/>
            <a:ext cx="8839200" cy="533400"/>
          </a:xfrm>
        </p:spPr>
        <p:txBody>
          <a:bodyPr/>
          <a:lstStyle/>
          <a:p>
            <a:r>
              <a:rPr lang="en-US" altLang="en-US" sz="3600" dirty="0"/>
              <a:t>Tree Traversal, cont.</a:t>
            </a:r>
          </a:p>
        </p:txBody>
      </p:sp>
      <p:sp>
        <p:nvSpPr>
          <p:cNvPr id="35842" name="Slide Number Placeholder 4">
            <a:extLst>
              <a:ext uri="{FF2B5EF4-FFF2-40B4-BE49-F238E27FC236}">
                <a16:creationId xmlns:a16="http://schemas.microsoft.com/office/drawing/2014/main" id="{4D2350BA-1F5A-41E0-9E19-FB1838991C8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B2970C2-C6BE-484C-A77B-37091F260F7C}" type="slidenum">
              <a:rPr lang="en-US" altLang="en-US" sz="1400"/>
              <a:pPr>
                <a:spcBef>
                  <a:spcPct val="0"/>
                </a:spcBef>
                <a:buClrTx/>
                <a:buSzTx/>
                <a:buFontTx/>
                <a:buNone/>
              </a:pPr>
              <a:t>32</a:t>
            </a:fld>
            <a:endParaRPr lang="en-US" altLang="en-US" sz="1400"/>
          </a:p>
        </p:txBody>
      </p:sp>
      <p:sp>
        <p:nvSpPr>
          <p:cNvPr id="35856" name="Rectangle 15">
            <a:extLst>
              <a:ext uri="{FF2B5EF4-FFF2-40B4-BE49-F238E27FC236}">
                <a16:creationId xmlns:a16="http://schemas.microsoft.com/office/drawing/2014/main" id="{7A79369F-7C82-4CAF-A580-8B84C34FB396}"/>
              </a:ext>
            </a:extLst>
          </p:cNvPr>
          <p:cNvSpPr>
            <a:spLocks noChangeArrowheads="1"/>
          </p:cNvSpPr>
          <p:nvPr/>
        </p:nvSpPr>
        <p:spPr bwMode="auto">
          <a:xfrm>
            <a:off x="228600" y="838200"/>
            <a:ext cx="86868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800" dirty="0">
                <a:cs typeface="Courier New" panose="02070309020205020404" pitchFamily="49" charset="0"/>
              </a:rPr>
              <a:t>The </a:t>
            </a:r>
            <a:r>
              <a:rPr lang="en-US" altLang="en-US" sz="2800" b="1" dirty="0">
                <a:cs typeface="Courier New" panose="02070309020205020404" pitchFamily="49" charset="0"/>
              </a:rPr>
              <a:t>preorder</a:t>
            </a:r>
            <a:r>
              <a:rPr lang="en-US" altLang="en-US" sz="2800" dirty="0">
                <a:cs typeface="Courier New" panose="02070309020205020404" pitchFamily="49" charset="0"/>
              </a:rPr>
              <a:t> traversal is to visit </a:t>
            </a:r>
            <a:r>
              <a:rPr lang="en-US" altLang="en-US" sz="2800" dirty="0">
                <a:highlight>
                  <a:srgbClr val="FFFF00"/>
                </a:highlight>
                <a:cs typeface="Courier New" panose="02070309020205020404" pitchFamily="49" charset="0"/>
              </a:rPr>
              <a:t>the current node first</a:t>
            </a:r>
            <a:r>
              <a:rPr lang="en-US" altLang="en-US" sz="2800" dirty="0">
                <a:cs typeface="Courier New" panose="02070309020205020404" pitchFamily="49" charset="0"/>
              </a:rPr>
              <a:t>, then the </a:t>
            </a:r>
            <a:r>
              <a:rPr lang="en-US" altLang="en-US" sz="2800" dirty="0">
                <a:highlight>
                  <a:srgbClr val="FFFF00"/>
                </a:highlight>
                <a:cs typeface="Courier New" panose="02070309020205020404" pitchFamily="49" charset="0"/>
              </a:rPr>
              <a:t>left subtree of the current node recursively</a:t>
            </a:r>
            <a:r>
              <a:rPr lang="en-US" altLang="en-US" sz="2800" dirty="0">
                <a:cs typeface="Courier New" panose="02070309020205020404" pitchFamily="49" charset="0"/>
              </a:rPr>
              <a:t>, and finally the </a:t>
            </a:r>
            <a:r>
              <a:rPr lang="en-US" altLang="en-US" sz="2800" dirty="0">
                <a:highlight>
                  <a:srgbClr val="FFFF00"/>
                </a:highlight>
                <a:cs typeface="Courier New" panose="02070309020205020404" pitchFamily="49" charset="0"/>
              </a:rPr>
              <a:t>right subtree </a:t>
            </a:r>
            <a:r>
              <a:rPr lang="en-US" altLang="en-US" sz="2800" dirty="0">
                <a:cs typeface="Courier New" panose="02070309020205020404" pitchFamily="49" charset="0"/>
              </a:rPr>
              <a:t>of the current node recursively.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a:extLst>
              <a:ext uri="{FF2B5EF4-FFF2-40B4-BE49-F238E27FC236}">
                <a16:creationId xmlns:a16="http://schemas.microsoft.com/office/drawing/2014/main" id="{0D50312C-5786-446B-965C-AD2DF2BC31D3}"/>
              </a:ext>
            </a:extLst>
          </p:cNvPr>
          <p:cNvSpPr>
            <a:spLocks noGrp="1" noChangeArrowheads="1"/>
          </p:cNvSpPr>
          <p:nvPr>
            <p:ph type="title"/>
          </p:nvPr>
        </p:nvSpPr>
        <p:spPr>
          <a:xfrm>
            <a:off x="0" y="152400"/>
            <a:ext cx="8839200" cy="533400"/>
          </a:xfrm>
        </p:spPr>
        <p:txBody>
          <a:bodyPr/>
          <a:lstStyle/>
          <a:p>
            <a:r>
              <a:rPr lang="en-US" altLang="en-US" sz="3600"/>
              <a:t>Tree Traversal, cont.</a:t>
            </a:r>
          </a:p>
        </p:txBody>
      </p:sp>
      <p:sp>
        <p:nvSpPr>
          <p:cNvPr id="36866" name="Slide Number Placeholder 4">
            <a:extLst>
              <a:ext uri="{FF2B5EF4-FFF2-40B4-BE49-F238E27FC236}">
                <a16:creationId xmlns:a16="http://schemas.microsoft.com/office/drawing/2014/main" id="{FB2F3AF9-4E99-430D-8766-EF8F5F18178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B8A7B79-5BF5-4BE0-9564-849DE97E6720}" type="slidenum">
              <a:rPr lang="en-US" altLang="en-US" sz="1400"/>
              <a:pPr>
                <a:spcBef>
                  <a:spcPct val="0"/>
                </a:spcBef>
                <a:buClrTx/>
                <a:buSzTx/>
                <a:buFontTx/>
                <a:buNone/>
              </a:pPr>
              <a:t>33</a:t>
            </a:fld>
            <a:endParaRPr lang="en-US" altLang="en-US" sz="1400"/>
          </a:p>
        </p:txBody>
      </p:sp>
      <p:sp>
        <p:nvSpPr>
          <p:cNvPr id="36880" name="Rectangle 15">
            <a:extLst>
              <a:ext uri="{FF2B5EF4-FFF2-40B4-BE49-F238E27FC236}">
                <a16:creationId xmlns:a16="http://schemas.microsoft.com/office/drawing/2014/main" id="{AA688B35-2A5D-4848-80B2-8E1CF9C20003}"/>
              </a:ext>
            </a:extLst>
          </p:cNvPr>
          <p:cNvSpPr>
            <a:spLocks noChangeArrowheads="1"/>
          </p:cNvSpPr>
          <p:nvPr/>
        </p:nvSpPr>
        <p:spPr bwMode="auto">
          <a:xfrm>
            <a:off x="228600" y="838200"/>
            <a:ext cx="86868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800" dirty="0">
                <a:cs typeface="Courier New" panose="02070309020205020404" pitchFamily="49" charset="0"/>
              </a:rPr>
              <a:t>The </a:t>
            </a:r>
            <a:r>
              <a:rPr lang="en-US" altLang="en-US" sz="2800" b="1" dirty="0">
                <a:cs typeface="Courier New" panose="02070309020205020404" pitchFamily="49" charset="0"/>
              </a:rPr>
              <a:t>breadth-first traversal </a:t>
            </a:r>
            <a:r>
              <a:rPr lang="en-US" altLang="en-US" sz="2800" dirty="0">
                <a:cs typeface="Courier New" panose="02070309020205020404" pitchFamily="49" charset="0"/>
              </a:rPr>
              <a:t>is to visit the nodes level by level. First visit the root, then all children of the root from left to right, then grandchildren of the root from left to right, and so on.</a:t>
            </a:r>
          </a:p>
          <a:p>
            <a:pPr>
              <a:lnSpc>
                <a:spcPct val="90000"/>
              </a:lnSpc>
              <a:buFont typeface="Monotype Sorts"/>
              <a:buNone/>
            </a:pPr>
            <a:r>
              <a:rPr lang="en-US" altLang="en-US" sz="2800" dirty="0">
                <a:cs typeface="Courier New" panose="02070309020205020404" pitchFamily="49" charset="0"/>
              </a:rPr>
              <a:t> </a:t>
            </a:r>
          </a:p>
          <a:p>
            <a:pPr>
              <a:lnSpc>
                <a:spcPct val="90000"/>
              </a:lnSpc>
              <a:buFont typeface="Monotype Sorts"/>
              <a:buNone/>
            </a:pPr>
            <a:r>
              <a:rPr lang="en-US" altLang="en-US" sz="2800" dirty="0">
                <a:cs typeface="Courier New" panose="02070309020205020404" pitchFamily="49" charset="0"/>
              </a:rPr>
              <a:t>For example, in the tree in Figure 25.2, </a:t>
            </a:r>
          </a:p>
          <a:p>
            <a:pPr marL="457200" indent="-457200">
              <a:lnSpc>
                <a:spcPct val="90000"/>
              </a:lnSpc>
              <a:buFont typeface="Wingdings" panose="05000000000000000000" pitchFamily="2" charset="2"/>
              <a:buChar char="§"/>
            </a:pPr>
            <a:r>
              <a:rPr lang="en-US" altLang="en-US" sz="2800" dirty="0">
                <a:cs typeface="Courier New" panose="02070309020205020404" pitchFamily="49" charset="0"/>
              </a:rPr>
              <a:t>The </a:t>
            </a:r>
            <a:r>
              <a:rPr lang="en-US" altLang="en-US" sz="2800" dirty="0" err="1">
                <a:cs typeface="Courier New" panose="02070309020205020404" pitchFamily="49" charset="0"/>
              </a:rPr>
              <a:t>inorder</a:t>
            </a:r>
            <a:r>
              <a:rPr lang="en-US" altLang="en-US" sz="2800" dirty="0">
                <a:cs typeface="Courier New" panose="02070309020205020404" pitchFamily="49" charset="0"/>
              </a:rPr>
              <a:t> is 45 55 57 59 60 67 100 101 107. </a:t>
            </a:r>
          </a:p>
          <a:p>
            <a:pPr marL="457200" indent="-457200">
              <a:lnSpc>
                <a:spcPct val="90000"/>
              </a:lnSpc>
              <a:buFont typeface="Wingdings" panose="05000000000000000000" pitchFamily="2" charset="2"/>
              <a:buChar char="§"/>
            </a:pPr>
            <a:r>
              <a:rPr lang="en-US" altLang="en-US" sz="2800" dirty="0">
                <a:cs typeface="Courier New" panose="02070309020205020404" pitchFamily="49" charset="0"/>
              </a:rPr>
              <a:t>The </a:t>
            </a:r>
            <a:r>
              <a:rPr lang="en-US" altLang="en-US" sz="2800" dirty="0" err="1">
                <a:cs typeface="Courier New" panose="02070309020205020404" pitchFamily="49" charset="0"/>
              </a:rPr>
              <a:t>postorder</a:t>
            </a:r>
            <a:r>
              <a:rPr lang="en-US" altLang="en-US" sz="2800" dirty="0">
                <a:cs typeface="Courier New" panose="02070309020205020404" pitchFamily="49" charset="0"/>
              </a:rPr>
              <a:t> is 45 59 57 55 67 101 107 100 60. </a:t>
            </a:r>
          </a:p>
          <a:p>
            <a:pPr marL="457200" indent="-457200">
              <a:lnSpc>
                <a:spcPct val="90000"/>
              </a:lnSpc>
              <a:buFont typeface="Wingdings" panose="05000000000000000000" pitchFamily="2" charset="2"/>
              <a:buChar char="§"/>
            </a:pPr>
            <a:r>
              <a:rPr lang="en-US" altLang="en-US" sz="2800" dirty="0">
                <a:cs typeface="Courier New" panose="02070309020205020404" pitchFamily="49" charset="0"/>
              </a:rPr>
              <a:t>The preorder is 60 55 45 57 59 100 67 107 101. </a:t>
            </a:r>
          </a:p>
          <a:p>
            <a:pPr marL="457200" indent="-457200">
              <a:lnSpc>
                <a:spcPct val="90000"/>
              </a:lnSpc>
              <a:buFont typeface="Wingdings" panose="05000000000000000000" pitchFamily="2" charset="2"/>
              <a:buChar char="§"/>
            </a:pPr>
            <a:r>
              <a:rPr lang="en-US" altLang="en-US" sz="2800" dirty="0">
                <a:cs typeface="Courier New" panose="02070309020205020404" pitchFamily="49" charset="0"/>
              </a:rPr>
              <a:t>The breadth-first traversal is 60 55 100 45 57 67 107 59 101.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a:extLst>
              <a:ext uri="{FF2B5EF4-FFF2-40B4-BE49-F238E27FC236}">
                <a16:creationId xmlns:a16="http://schemas.microsoft.com/office/drawing/2014/main" id="{1C2A16C5-F991-429B-A187-CC7FC0908559}"/>
              </a:ext>
            </a:extLst>
          </p:cNvPr>
          <p:cNvSpPr>
            <a:spLocks noGrp="1" noChangeArrowheads="1"/>
          </p:cNvSpPr>
          <p:nvPr>
            <p:ph type="title"/>
          </p:nvPr>
        </p:nvSpPr>
        <p:spPr>
          <a:xfrm>
            <a:off x="0" y="152400"/>
            <a:ext cx="8839200" cy="533400"/>
          </a:xfrm>
        </p:spPr>
        <p:txBody>
          <a:bodyPr/>
          <a:lstStyle/>
          <a:p>
            <a:r>
              <a:rPr lang="en-US" altLang="en-US" sz="3600"/>
              <a:t>The Tree Interface</a:t>
            </a:r>
          </a:p>
        </p:txBody>
      </p:sp>
      <p:sp>
        <p:nvSpPr>
          <p:cNvPr id="37890" name="Slide Number Placeholder 4">
            <a:extLst>
              <a:ext uri="{FF2B5EF4-FFF2-40B4-BE49-F238E27FC236}">
                <a16:creationId xmlns:a16="http://schemas.microsoft.com/office/drawing/2014/main" id="{383279A0-920A-4131-B822-E37B0C80D12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C01C433-9B93-44C1-B9F4-1754AC10ECAF}" type="slidenum">
              <a:rPr lang="en-US" altLang="en-US" sz="1400"/>
              <a:pPr>
                <a:spcBef>
                  <a:spcPct val="0"/>
                </a:spcBef>
                <a:buClrTx/>
                <a:buSzTx/>
                <a:buFontTx/>
                <a:buNone/>
              </a:pPr>
              <a:t>34</a:t>
            </a:fld>
            <a:endParaRPr lang="en-US" altLang="en-US" sz="1400"/>
          </a:p>
        </p:txBody>
      </p:sp>
      <p:sp>
        <p:nvSpPr>
          <p:cNvPr id="37909" name="Rectangle 15">
            <a:extLst>
              <a:ext uri="{FF2B5EF4-FFF2-40B4-BE49-F238E27FC236}">
                <a16:creationId xmlns:a16="http://schemas.microsoft.com/office/drawing/2014/main" id="{31E30ED5-2829-4C5A-8CBF-110E0678F7D9}"/>
              </a:ext>
            </a:extLst>
          </p:cNvPr>
          <p:cNvSpPr>
            <a:spLocks noChangeArrowheads="1"/>
          </p:cNvSpPr>
          <p:nvPr/>
        </p:nvSpPr>
        <p:spPr bwMode="auto">
          <a:xfrm>
            <a:off x="3314700" y="1592263"/>
            <a:ext cx="5508625" cy="70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400"/>
              <a:t>The Tree interface defines common operations for trees.</a:t>
            </a:r>
          </a:p>
        </p:txBody>
      </p:sp>
      <p:graphicFrame>
        <p:nvGraphicFramePr>
          <p:cNvPr id="37911" name="Object 2">
            <a:extLst>
              <a:ext uri="{FF2B5EF4-FFF2-40B4-BE49-F238E27FC236}">
                <a16:creationId xmlns:a16="http://schemas.microsoft.com/office/drawing/2014/main" id="{B857C54B-E64A-44C8-918D-4AC5C4C5D56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966229004"/>
              </p:ext>
            </p:extLst>
          </p:nvPr>
        </p:nvGraphicFramePr>
        <p:xfrm>
          <a:off x="90488" y="368660"/>
          <a:ext cx="7369175" cy="5676900"/>
        </p:xfrm>
        <a:graphic>
          <a:graphicData uri="http://schemas.openxmlformats.org/presentationml/2006/ole">
            <mc:AlternateContent xmlns:mc="http://schemas.openxmlformats.org/markup-compatibility/2006">
              <mc:Choice xmlns:v="urn:schemas-microsoft-com:vml" Requires="v">
                <p:oleObj name="Picture" r:id="rId2" imgW="4231581" imgH="3259172" progId="Word.Picture.8">
                  <p:embed/>
                </p:oleObj>
              </mc:Choice>
              <mc:Fallback>
                <p:oleObj name="Picture" r:id="rId2" imgW="4231581" imgH="3259172" progId="Word.Picture.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88" y="368660"/>
                        <a:ext cx="7369175" cy="567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912" name="Rectangle 26">
            <a:hlinkClick r:id="rId4"/>
            <a:extLst>
              <a:ext uri="{FF2B5EF4-FFF2-40B4-BE49-F238E27FC236}">
                <a16:creationId xmlns:a16="http://schemas.microsoft.com/office/drawing/2014/main" id="{7A419097-A5A9-4A2B-8E50-D945299453FC}"/>
              </a:ext>
            </a:extLst>
          </p:cNvPr>
          <p:cNvSpPr>
            <a:spLocks noChangeArrowheads="1"/>
          </p:cNvSpPr>
          <p:nvPr/>
        </p:nvSpPr>
        <p:spPr bwMode="auto">
          <a:xfrm>
            <a:off x="6156325" y="5748338"/>
            <a:ext cx="123348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Tree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a:extLst>
              <a:ext uri="{FF2B5EF4-FFF2-40B4-BE49-F238E27FC236}">
                <a16:creationId xmlns:a16="http://schemas.microsoft.com/office/drawing/2014/main" id="{A36CA03C-D870-4D70-9621-0AB0A5C8AB3A}"/>
              </a:ext>
            </a:extLst>
          </p:cNvPr>
          <p:cNvSpPr>
            <a:spLocks noGrp="1" noChangeArrowheads="1"/>
          </p:cNvSpPr>
          <p:nvPr>
            <p:ph type="title"/>
          </p:nvPr>
        </p:nvSpPr>
        <p:spPr>
          <a:xfrm>
            <a:off x="0" y="152400"/>
            <a:ext cx="8839200" cy="533400"/>
          </a:xfrm>
        </p:spPr>
        <p:txBody>
          <a:bodyPr/>
          <a:lstStyle/>
          <a:p>
            <a:r>
              <a:rPr lang="en-US" altLang="en-US" sz="3600"/>
              <a:t>The BST Class</a:t>
            </a:r>
          </a:p>
        </p:txBody>
      </p:sp>
      <p:sp>
        <p:nvSpPr>
          <p:cNvPr id="38914" name="Slide Number Placeholder 4">
            <a:extLst>
              <a:ext uri="{FF2B5EF4-FFF2-40B4-BE49-F238E27FC236}">
                <a16:creationId xmlns:a16="http://schemas.microsoft.com/office/drawing/2014/main" id="{6EAEC8B9-D785-475E-B4F3-6DBB32D2AEC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0356BFE-F441-44D7-BB76-58808C3CF3FA}" type="slidenum">
              <a:rPr lang="en-US" altLang="en-US" sz="1400"/>
              <a:pPr>
                <a:spcBef>
                  <a:spcPct val="0"/>
                </a:spcBef>
                <a:buClrTx/>
                <a:buSzTx/>
                <a:buFontTx/>
                <a:buNone/>
              </a:pPr>
              <a:t>35</a:t>
            </a:fld>
            <a:endParaRPr lang="en-US" altLang="en-US" sz="1400"/>
          </a:p>
        </p:txBody>
      </p:sp>
      <p:sp>
        <p:nvSpPr>
          <p:cNvPr id="38927" name="Rectangle 15">
            <a:extLst>
              <a:ext uri="{FF2B5EF4-FFF2-40B4-BE49-F238E27FC236}">
                <a16:creationId xmlns:a16="http://schemas.microsoft.com/office/drawing/2014/main" id="{D0DC6991-DB82-40A1-8C0F-5707C547F058}"/>
              </a:ext>
            </a:extLst>
          </p:cNvPr>
          <p:cNvSpPr>
            <a:spLocks noChangeArrowheads="1"/>
          </p:cNvSpPr>
          <p:nvPr/>
        </p:nvSpPr>
        <p:spPr bwMode="auto">
          <a:xfrm>
            <a:off x="228600" y="838200"/>
            <a:ext cx="8686800" cy="89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800">
                <a:cs typeface="Courier New" panose="02070309020205020404" pitchFamily="49" charset="0"/>
              </a:rPr>
              <a:t>Let’s define the binary tree class, named BST with </a:t>
            </a:r>
            <a:r>
              <a:rPr lang="en-US" altLang="en-US" sz="2800"/>
              <a:t>A concrete BST class can be defined to extend AbstractTree.</a:t>
            </a:r>
          </a:p>
        </p:txBody>
      </p:sp>
      <p:graphicFrame>
        <p:nvGraphicFramePr>
          <p:cNvPr id="38933" name="Object 2">
            <a:extLst>
              <a:ext uri="{FF2B5EF4-FFF2-40B4-BE49-F238E27FC236}">
                <a16:creationId xmlns:a16="http://schemas.microsoft.com/office/drawing/2014/main" id="{1A12967D-5780-42AD-8639-E50697B89BAD}"/>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919558896"/>
              </p:ext>
            </p:extLst>
          </p:nvPr>
        </p:nvGraphicFramePr>
        <p:xfrm>
          <a:off x="228600" y="3033713"/>
          <a:ext cx="8709025" cy="3095625"/>
        </p:xfrm>
        <a:graphic>
          <a:graphicData uri="http://schemas.openxmlformats.org/presentationml/2006/ole">
            <mc:AlternateContent xmlns:mc="http://schemas.openxmlformats.org/markup-compatibility/2006">
              <mc:Choice xmlns:v="urn:schemas-microsoft-com:vml" Requires="v">
                <p:oleObj name="Picture" r:id="rId2" imgW="5145981" imgH="1830327" progId="Word.Picture.8">
                  <p:embed/>
                </p:oleObj>
              </mc:Choice>
              <mc:Fallback>
                <p:oleObj name="Picture" r:id="rId2" imgW="5145981" imgH="1830327" progId="Word.Picture.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033713"/>
                        <a:ext cx="8709025"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34" name="Rectangle 24">
            <a:hlinkClick r:id="rId4"/>
            <a:extLst>
              <a:ext uri="{FF2B5EF4-FFF2-40B4-BE49-F238E27FC236}">
                <a16:creationId xmlns:a16="http://schemas.microsoft.com/office/drawing/2014/main" id="{A37FD3F8-46FE-4A6A-8752-CF563F36491F}"/>
              </a:ext>
            </a:extLst>
          </p:cNvPr>
          <p:cNvSpPr>
            <a:spLocks noChangeArrowheads="1"/>
          </p:cNvSpPr>
          <p:nvPr/>
        </p:nvSpPr>
        <p:spPr bwMode="auto">
          <a:xfrm>
            <a:off x="7019925" y="3033713"/>
            <a:ext cx="123348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BST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a:extLst>
              <a:ext uri="{FF2B5EF4-FFF2-40B4-BE49-F238E27FC236}">
                <a16:creationId xmlns:a16="http://schemas.microsoft.com/office/drawing/2014/main" id="{1622AC02-37D3-4823-8BFC-26A8F23FE2A6}"/>
              </a:ext>
            </a:extLst>
          </p:cNvPr>
          <p:cNvSpPr>
            <a:spLocks noGrp="1" noChangeArrowheads="1"/>
          </p:cNvSpPr>
          <p:nvPr>
            <p:ph type="title"/>
          </p:nvPr>
        </p:nvSpPr>
        <p:spPr>
          <a:xfrm>
            <a:off x="0" y="152400"/>
            <a:ext cx="8839200" cy="533400"/>
          </a:xfrm>
        </p:spPr>
        <p:txBody>
          <a:bodyPr/>
          <a:lstStyle/>
          <a:p>
            <a:r>
              <a:rPr lang="en-US" altLang="en-US" sz="3600"/>
              <a:t>Example: Using Binary Trees</a:t>
            </a:r>
          </a:p>
        </p:txBody>
      </p:sp>
      <p:sp>
        <p:nvSpPr>
          <p:cNvPr id="39938" name="Slide Number Placeholder 4">
            <a:extLst>
              <a:ext uri="{FF2B5EF4-FFF2-40B4-BE49-F238E27FC236}">
                <a16:creationId xmlns:a16="http://schemas.microsoft.com/office/drawing/2014/main" id="{A28E10BF-7B76-45A6-B981-5F7F5E117FA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33C84B1-1732-4131-9873-98F388E175BE}" type="slidenum">
              <a:rPr lang="en-US" altLang="en-US" sz="1400"/>
              <a:pPr>
                <a:spcBef>
                  <a:spcPct val="0"/>
                </a:spcBef>
                <a:buClrTx/>
                <a:buSzTx/>
                <a:buFontTx/>
                <a:buNone/>
              </a:pPr>
              <a:t>36</a:t>
            </a:fld>
            <a:endParaRPr lang="en-US" altLang="en-US" sz="1400"/>
          </a:p>
        </p:txBody>
      </p:sp>
      <p:sp>
        <p:nvSpPr>
          <p:cNvPr id="39951" name="Rectangle 15">
            <a:extLst>
              <a:ext uri="{FF2B5EF4-FFF2-40B4-BE49-F238E27FC236}">
                <a16:creationId xmlns:a16="http://schemas.microsoft.com/office/drawing/2014/main" id="{A4083803-CE03-40CB-A2BF-9E5586A99D0C}"/>
              </a:ext>
            </a:extLst>
          </p:cNvPr>
          <p:cNvSpPr>
            <a:spLocks noChangeArrowheads="1"/>
          </p:cNvSpPr>
          <p:nvPr/>
        </p:nvSpPr>
        <p:spPr bwMode="auto">
          <a:xfrm>
            <a:off x="179388" y="1233488"/>
            <a:ext cx="86868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800">
                <a:cs typeface="Courier New" panose="02070309020205020404" pitchFamily="49" charset="0"/>
              </a:rPr>
              <a:t>Write a program that creates a binary tree using </a:t>
            </a:r>
            <a:r>
              <a:rPr lang="en-US" altLang="en-US" sz="2800" u="sng">
                <a:cs typeface="Courier New" panose="02070309020205020404" pitchFamily="49" charset="0"/>
              </a:rPr>
              <a:t>BST</a:t>
            </a:r>
            <a:r>
              <a:rPr lang="en-US" altLang="en-US" sz="2800">
                <a:cs typeface="Courier New" panose="02070309020205020404" pitchFamily="49" charset="0"/>
              </a:rPr>
              <a:t>. Add strings into the binary tree and traverse the tree in inorder, postorder, and preorder.</a:t>
            </a:r>
          </a:p>
        </p:txBody>
      </p:sp>
      <p:sp>
        <p:nvSpPr>
          <p:cNvPr id="39954" name="Rectangle 21">
            <a:hlinkClick r:id="rId2"/>
            <a:extLst>
              <a:ext uri="{FF2B5EF4-FFF2-40B4-BE49-F238E27FC236}">
                <a16:creationId xmlns:a16="http://schemas.microsoft.com/office/drawing/2014/main" id="{E0660336-A903-4C04-82CD-FE8B63E71DAA}"/>
              </a:ext>
            </a:extLst>
          </p:cNvPr>
          <p:cNvSpPr>
            <a:spLocks noChangeArrowheads="1"/>
          </p:cNvSpPr>
          <p:nvPr/>
        </p:nvSpPr>
        <p:spPr bwMode="auto">
          <a:xfrm>
            <a:off x="4618038" y="5572125"/>
            <a:ext cx="1233487"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TestBST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a:extLst>
              <a:ext uri="{FF2B5EF4-FFF2-40B4-BE49-F238E27FC236}">
                <a16:creationId xmlns:a16="http://schemas.microsoft.com/office/drawing/2014/main" id="{644B9E5A-2779-4D53-A478-E9C63A56CF14}"/>
              </a:ext>
            </a:extLst>
          </p:cNvPr>
          <p:cNvSpPr>
            <a:spLocks noGrp="1" noChangeArrowheads="1"/>
          </p:cNvSpPr>
          <p:nvPr>
            <p:ph type="title"/>
          </p:nvPr>
        </p:nvSpPr>
        <p:spPr>
          <a:xfrm>
            <a:off x="0" y="152400"/>
            <a:ext cx="8839200" cy="533400"/>
          </a:xfrm>
        </p:spPr>
        <p:txBody>
          <a:bodyPr/>
          <a:lstStyle/>
          <a:p>
            <a:r>
              <a:rPr lang="en-US" altLang="en-US" sz="3600"/>
              <a:t>Tree After Insertions</a:t>
            </a:r>
          </a:p>
        </p:txBody>
      </p:sp>
      <p:sp>
        <p:nvSpPr>
          <p:cNvPr id="40962" name="Slide Number Placeholder 4">
            <a:extLst>
              <a:ext uri="{FF2B5EF4-FFF2-40B4-BE49-F238E27FC236}">
                <a16:creationId xmlns:a16="http://schemas.microsoft.com/office/drawing/2014/main" id="{6F537050-AA4A-4113-A925-0FE834C4E10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C449EBC-A97D-4C19-8B29-1726FADF9A18}" type="slidenum">
              <a:rPr lang="en-US" altLang="en-US" sz="1400"/>
              <a:pPr>
                <a:spcBef>
                  <a:spcPct val="0"/>
                </a:spcBef>
                <a:buClrTx/>
                <a:buSzTx/>
                <a:buFontTx/>
                <a:buNone/>
              </a:pPr>
              <a:t>37</a:t>
            </a:fld>
            <a:endParaRPr lang="en-US" altLang="en-US" sz="1400"/>
          </a:p>
        </p:txBody>
      </p:sp>
      <p:graphicFrame>
        <p:nvGraphicFramePr>
          <p:cNvPr id="40977" name="Object 19">
            <a:extLst>
              <a:ext uri="{FF2B5EF4-FFF2-40B4-BE49-F238E27FC236}">
                <a16:creationId xmlns:a16="http://schemas.microsoft.com/office/drawing/2014/main" id="{7BE21DAC-6E17-4CE5-B593-DF0B2820C861}"/>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080733372"/>
              </p:ext>
            </p:extLst>
          </p:nvPr>
        </p:nvGraphicFramePr>
        <p:xfrm>
          <a:off x="358775" y="1089025"/>
          <a:ext cx="4681538" cy="3730625"/>
        </p:xfrm>
        <a:graphic>
          <a:graphicData uri="http://schemas.openxmlformats.org/presentationml/2006/ole">
            <mc:AlternateContent xmlns:mc="http://schemas.openxmlformats.org/markup-compatibility/2006">
              <mc:Choice xmlns:v="urn:schemas-microsoft-com:vml" Requires="v">
                <p:oleObj name="Picture" r:id="rId2" imgW="2514600" imgH="2001012" progId="Word.Picture.8">
                  <p:embed/>
                </p:oleObj>
              </mc:Choice>
              <mc:Fallback>
                <p:oleObj name="Picture" r:id="rId2" imgW="2514600" imgH="2001012" progId="Word.Picture.8">
                  <p:embed/>
                  <p:pic>
                    <p:nvPicPr>
                      <p:cNvPr id="0" name="Object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775" y="1089025"/>
                        <a:ext cx="4681538" cy="373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78" name="Text Box 21">
            <a:extLst>
              <a:ext uri="{FF2B5EF4-FFF2-40B4-BE49-F238E27FC236}">
                <a16:creationId xmlns:a16="http://schemas.microsoft.com/office/drawing/2014/main" id="{954EB15E-0AFC-42B1-A1F5-2976430E8419}"/>
              </a:ext>
            </a:extLst>
          </p:cNvPr>
          <p:cNvSpPr txBox="1">
            <a:spLocks noChangeArrowheads="1"/>
          </p:cNvSpPr>
          <p:nvPr/>
        </p:nvSpPr>
        <p:spPr bwMode="auto">
          <a:xfrm>
            <a:off x="5435600" y="1160463"/>
            <a:ext cx="3313113"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Inorder: Adam, Daniel George, Jones, Michael, Peter, Tom</a:t>
            </a:r>
          </a:p>
        </p:txBody>
      </p:sp>
      <p:sp>
        <p:nvSpPr>
          <p:cNvPr id="40979" name="Text Box 22">
            <a:extLst>
              <a:ext uri="{FF2B5EF4-FFF2-40B4-BE49-F238E27FC236}">
                <a16:creationId xmlns:a16="http://schemas.microsoft.com/office/drawing/2014/main" id="{1BFB7AEE-15C4-448D-A03C-44252E53B5AB}"/>
              </a:ext>
            </a:extLst>
          </p:cNvPr>
          <p:cNvSpPr txBox="1">
            <a:spLocks noChangeArrowheads="1"/>
          </p:cNvSpPr>
          <p:nvPr/>
        </p:nvSpPr>
        <p:spPr bwMode="auto">
          <a:xfrm>
            <a:off x="5472113" y="2636838"/>
            <a:ext cx="331311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Postorder: Daniel Adam, Jones, Peter, Tom, Michael, George</a:t>
            </a:r>
          </a:p>
        </p:txBody>
      </p:sp>
      <p:sp>
        <p:nvSpPr>
          <p:cNvPr id="40980" name="Text Box 23">
            <a:extLst>
              <a:ext uri="{FF2B5EF4-FFF2-40B4-BE49-F238E27FC236}">
                <a16:creationId xmlns:a16="http://schemas.microsoft.com/office/drawing/2014/main" id="{E6E3C01A-AC63-477E-B220-70025BBA8417}"/>
              </a:ext>
            </a:extLst>
          </p:cNvPr>
          <p:cNvSpPr txBox="1">
            <a:spLocks noChangeArrowheads="1"/>
          </p:cNvSpPr>
          <p:nvPr/>
        </p:nvSpPr>
        <p:spPr bwMode="auto">
          <a:xfrm>
            <a:off x="5435600" y="4221163"/>
            <a:ext cx="3313113"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Preorder: George, Adam, Daniel, Michael, Jones, Tom, Peter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a:extLst>
              <a:ext uri="{FF2B5EF4-FFF2-40B4-BE49-F238E27FC236}">
                <a16:creationId xmlns:a16="http://schemas.microsoft.com/office/drawing/2014/main" id="{8D862B38-CCF1-48C3-9310-D3EFB202E396}"/>
              </a:ext>
            </a:extLst>
          </p:cNvPr>
          <p:cNvSpPr>
            <a:spLocks noGrp="1" noChangeArrowheads="1"/>
          </p:cNvSpPr>
          <p:nvPr>
            <p:ph type="title"/>
          </p:nvPr>
        </p:nvSpPr>
        <p:spPr>
          <a:xfrm>
            <a:off x="0" y="152400"/>
            <a:ext cx="9144000" cy="792163"/>
          </a:xfrm>
        </p:spPr>
        <p:txBody>
          <a:bodyPr/>
          <a:lstStyle/>
          <a:p>
            <a:r>
              <a:rPr lang="en-US" altLang="en-US" sz="3600"/>
              <a:t>Deleting Elements in a Binary Search Tree</a:t>
            </a:r>
            <a:r>
              <a:rPr lang="en-US" altLang="en-US"/>
              <a:t> </a:t>
            </a:r>
          </a:p>
        </p:txBody>
      </p:sp>
      <p:sp>
        <p:nvSpPr>
          <p:cNvPr id="41998" name="Rectangle 13">
            <a:extLst>
              <a:ext uri="{FF2B5EF4-FFF2-40B4-BE49-F238E27FC236}">
                <a16:creationId xmlns:a16="http://schemas.microsoft.com/office/drawing/2014/main" id="{A48A6FC1-ACE6-4EDB-B186-DC105C9E1B14}"/>
              </a:ext>
            </a:extLst>
          </p:cNvPr>
          <p:cNvSpPr>
            <a:spLocks noGrp="1" noChangeArrowheads="1"/>
          </p:cNvSpPr>
          <p:nvPr>
            <p:ph idx="1"/>
          </p:nvPr>
        </p:nvSpPr>
        <p:spPr>
          <a:xfrm>
            <a:off x="215900" y="1160463"/>
            <a:ext cx="8640763" cy="5040312"/>
          </a:xfrm>
        </p:spPr>
        <p:txBody>
          <a:bodyPr/>
          <a:lstStyle/>
          <a:p>
            <a:pPr>
              <a:buFont typeface="Wingdings" panose="05000000000000000000" pitchFamily="2" charset="2"/>
              <a:buChar char="§"/>
            </a:pPr>
            <a:r>
              <a:rPr lang="en-US" altLang="en-US" dirty="0"/>
              <a:t>To delete an element from a binary tree, you need to first locate the node that contains the element and also its parent node. </a:t>
            </a:r>
          </a:p>
          <a:p>
            <a:pPr>
              <a:buFont typeface="Wingdings" panose="05000000000000000000" pitchFamily="2" charset="2"/>
              <a:buChar char="§"/>
            </a:pPr>
            <a:r>
              <a:rPr lang="en-US" altLang="en-US" dirty="0"/>
              <a:t>Let </a:t>
            </a:r>
            <a:r>
              <a:rPr lang="en-US" altLang="en-US" u="sng" dirty="0"/>
              <a:t>current</a:t>
            </a:r>
            <a:r>
              <a:rPr lang="en-US" altLang="en-US" dirty="0"/>
              <a:t> point to the node that contains the element in the binary tree and </a:t>
            </a:r>
            <a:r>
              <a:rPr lang="en-US" altLang="en-US" u="sng" dirty="0"/>
              <a:t>parent</a:t>
            </a:r>
            <a:r>
              <a:rPr lang="en-US" altLang="en-US" dirty="0"/>
              <a:t> point to the parent of the </a:t>
            </a:r>
            <a:r>
              <a:rPr lang="en-US" altLang="en-US" u="sng" dirty="0"/>
              <a:t>current</a:t>
            </a:r>
            <a:r>
              <a:rPr lang="en-US" altLang="en-US" dirty="0"/>
              <a:t> node. </a:t>
            </a:r>
          </a:p>
          <a:p>
            <a:pPr>
              <a:buFont typeface="Wingdings" panose="05000000000000000000" pitchFamily="2" charset="2"/>
              <a:buChar char="§"/>
            </a:pPr>
            <a:r>
              <a:rPr lang="en-US" altLang="en-US" dirty="0"/>
              <a:t>The </a:t>
            </a:r>
            <a:r>
              <a:rPr lang="en-US" altLang="en-US" u="sng" dirty="0"/>
              <a:t>current</a:t>
            </a:r>
            <a:r>
              <a:rPr lang="en-US" altLang="en-US" dirty="0"/>
              <a:t> node may be a left child or a right child of the </a:t>
            </a:r>
            <a:r>
              <a:rPr lang="en-US" altLang="en-US" u="sng" dirty="0"/>
              <a:t>parent</a:t>
            </a:r>
            <a:r>
              <a:rPr lang="en-US" altLang="en-US" dirty="0"/>
              <a:t> node. There are two cases to consider:</a:t>
            </a:r>
          </a:p>
        </p:txBody>
      </p:sp>
      <p:sp>
        <p:nvSpPr>
          <p:cNvPr id="41986" name="Slide Number Placeholder 4">
            <a:extLst>
              <a:ext uri="{FF2B5EF4-FFF2-40B4-BE49-F238E27FC236}">
                <a16:creationId xmlns:a16="http://schemas.microsoft.com/office/drawing/2014/main" id="{748CF151-0CB5-418C-8C3D-B6B099E81A7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C67FCB0-1970-47F0-93D0-04CDAF96FA6D}" type="slidenum">
              <a:rPr lang="en-US" altLang="en-US" sz="1400"/>
              <a:pPr>
                <a:spcBef>
                  <a:spcPct val="0"/>
                </a:spcBef>
                <a:buClrTx/>
                <a:buSzTx/>
                <a:buFontTx/>
                <a:buNone/>
              </a:pPr>
              <a:t>38</a:t>
            </a:fld>
            <a:endParaRPr lang="en-US" altLang="en-US" sz="1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a:extLst>
              <a:ext uri="{FF2B5EF4-FFF2-40B4-BE49-F238E27FC236}">
                <a16:creationId xmlns:a16="http://schemas.microsoft.com/office/drawing/2014/main" id="{16DF0577-7F6F-4031-B060-8B7AD8992213}"/>
              </a:ext>
            </a:extLst>
          </p:cNvPr>
          <p:cNvSpPr>
            <a:spLocks noGrp="1" noChangeArrowheads="1"/>
          </p:cNvSpPr>
          <p:nvPr>
            <p:ph type="title"/>
          </p:nvPr>
        </p:nvSpPr>
        <p:spPr>
          <a:xfrm>
            <a:off x="0" y="152400"/>
            <a:ext cx="8839200" cy="533400"/>
          </a:xfrm>
        </p:spPr>
        <p:txBody>
          <a:bodyPr/>
          <a:lstStyle/>
          <a:p>
            <a:r>
              <a:rPr lang="en-US" altLang="en-US" sz="3600"/>
              <a:t>Deleting Elements in a Binary Search Tree</a:t>
            </a:r>
          </a:p>
        </p:txBody>
      </p:sp>
      <p:sp>
        <p:nvSpPr>
          <p:cNvPr id="43022" name="Rectangle 13">
            <a:extLst>
              <a:ext uri="{FF2B5EF4-FFF2-40B4-BE49-F238E27FC236}">
                <a16:creationId xmlns:a16="http://schemas.microsoft.com/office/drawing/2014/main" id="{E2B17321-9C0A-4AE8-B23A-27576A35AAA2}"/>
              </a:ext>
            </a:extLst>
          </p:cNvPr>
          <p:cNvSpPr>
            <a:spLocks noGrp="1" noChangeArrowheads="1"/>
          </p:cNvSpPr>
          <p:nvPr>
            <p:ph idx="1"/>
          </p:nvPr>
        </p:nvSpPr>
        <p:spPr>
          <a:xfrm>
            <a:off x="179388" y="1089025"/>
            <a:ext cx="8785225" cy="1547813"/>
          </a:xfrm>
        </p:spPr>
        <p:txBody>
          <a:bodyPr/>
          <a:lstStyle/>
          <a:p>
            <a:pPr marL="0" indent="0">
              <a:buFont typeface="Monotype Sorts"/>
              <a:buNone/>
            </a:pPr>
            <a:r>
              <a:rPr lang="en-US" altLang="en-US" sz="2800"/>
              <a:t>Case 1: The current node does not have a left child, as shown in this figure (a). Simply connect the parent with the right child of the current node, as shown in this figure (b).</a:t>
            </a:r>
          </a:p>
        </p:txBody>
      </p:sp>
      <p:sp>
        <p:nvSpPr>
          <p:cNvPr id="43010" name="Slide Number Placeholder 4">
            <a:extLst>
              <a:ext uri="{FF2B5EF4-FFF2-40B4-BE49-F238E27FC236}">
                <a16:creationId xmlns:a16="http://schemas.microsoft.com/office/drawing/2014/main" id="{A6EE1924-0B98-4975-AF22-7602E03DF03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0C81671-9DBD-4667-B2A2-D76ECA8F7FE7}" type="slidenum">
              <a:rPr lang="en-US" altLang="en-US" sz="1400"/>
              <a:pPr>
                <a:spcBef>
                  <a:spcPct val="0"/>
                </a:spcBef>
                <a:buClrTx/>
                <a:buSzTx/>
                <a:buFontTx/>
                <a:buNone/>
              </a:pPr>
              <a:t>39</a:t>
            </a:fld>
            <a:endParaRPr lang="en-US" altLang="en-US" sz="1400"/>
          </a:p>
        </p:txBody>
      </p:sp>
      <p:graphicFrame>
        <p:nvGraphicFramePr>
          <p:cNvPr id="43027" name="Object 19">
            <a:extLst>
              <a:ext uri="{FF2B5EF4-FFF2-40B4-BE49-F238E27FC236}">
                <a16:creationId xmlns:a16="http://schemas.microsoft.com/office/drawing/2014/main" id="{9017C7DB-10EC-48D2-8908-20A0171668B4}"/>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076057479"/>
              </p:ext>
            </p:extLst>
          </p:nvPr>
        </p:nvGraphicFramePr>
        <p:xfrm>
          <a:off x="179388" y="3213100"/>
          <a:ext cx="8785225" cy="3051175"/>
        </p:xfrm>
        <a:graphic>
          <a:graphicData uri="http://schemas.openxmlformats.org/presentationml/2006/ole">
            <mc:AlternateContent xmlns:mc="http://schemas.openxmlformats.org/markup-compatibility/2006">
              <mc:Choice xmlns:v="urn:schemas-microsoft-com:vml" Requires="v">
                <p:oleObj name="Picture" r:id="rId2" imgW="5210556" imgH="1801368" progId="Word.Picture.8">
                  <p:embed/>
                </p:oleObj>
              </mc:Choice>
              <mc:Fallback>
                <p:oleObj name="Picture" r:id="rId2" imgW="5210556" imgH="1801368" progId="Word.Picture.8">
                  <p:embed/>
                  <p:pic>
                    <p:nvPicPr>
                      <p:cNvPr id="0" name="Object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3213100"/>
                        <a:ext cx="8785225" cy="305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a:extLst>
              <a:ext uri="{FF2B5EF4-FFF2-40B4-BE49-F238E27FC236}">
                <a16:creationId xmlns:a16="http://schemas.microsoft.com/office/drawing/2014/main" id="{7828E759-95C9-47DF-90E7-CEB3DFC8C8F8}"/>
              </a:ext>
            </a:extLst>
          </p:cNvPr>
          <p:cNvSpPr>
            <a:spLocks noGrp="1" noChangeArrowheads="1"/>
          </p:cNvSpPr>
          <p:nvPr>
            <p:ph type="title"/>
          </p:nvPr>
        </p:nvSpPr>
        <p:spPr>
          <a:xfrm>
            <a:off x="0" y="152400"/>
            <a:ext cx="9144000" cy="1260475"/>
          </a:xfrm>
        </p:spPr>
        <p:txBody>
          <a:bodyPr/>
          <a:lstStyle/>
          <a:p>
            <a:r>
              <a:rPr lang="en-US" altLang="en-US" sz="4000"/>
              <a:t>Deleting Elements in a Binary Search Tree</a:t>
            </a:r>
          </a:p>
        </p:txBody>
      </p:sp>
      <p:sp>
        <p:nvSpPr>
          <p:cNvPr id="44046" name="Rectangle 13">
            <a:extLst>
              <a:ext uri="{FF2B5EF4-FFF2-40B4-BE49-F238E27FC236}">
                <a16:creationId xmlns:a16="http://schemas.microsoft.com/office/drawing/2014/main" id="{866F5F8A-8507-4C82-8A28-528531258A78}"/>
              </a:ext>
            </a:extLst>
          </p:cNvPr>
          <p:cNvSpPr>
            <a:spLocks noGrp="1" noChangeArrowheads="1"/>
          </p:cNvSpPr>
          <p:nvPr>
            <p:ph idx="1"/>
          </p:nvPr>
        </p:nvSpPr>
        <p:spPr>
          <a:xfrm>
            <a:off x="179388" y="1484313"/>
            <a:ext cx="8785225" cy="1044575"/>
          </a:xfrm>
        </p:spPr>
        <p:txBody>
          <a:bodyPr/>
          <a:lstStyle/>
          <a:p>
            <a:pPr marL="0" indent="0">
              <a:buFont typeface="Monotype Sorts"/>
              <a:buNone/>
            </a:pPr>
            <a:r>
              <a:rPr lang="en-US" altLang="en-US" sz="2400"/>
              <a:t>For example, to delete node </a:t>
            </a:r>
            <a:r>
              <a:rPr lang="en-US" altLang="en-US" sz="2400" u="sng"/>
              <a:t>10</a:t>
            </a:r>
            <a:r>
              <a:rPr lang="en-US" altLang="en-US" sz="2400"/>
              <a:t> in Figure 25.9a. Connect the parent of node </a:t>
            </a:r>
            <a:r>
              <a:rPr lang="en-US" altLang="en-US" sz="2400" u="sng"/>
              <a:t>10</a:t>
            </a:r>
            <a:r>
              <a:rPr lang="en-US" altLang="en-US" sz="2400"/>
              <a:t> with the right child of node </a:t>
            </a:r>
            <a:r>
              <a:rPr lang="en-US" altLang="en-US" sz="2400" u="sng"/>
              <a:t>10</a:t>
            </a:r>
            <a:r>
              <a:rPr lang="en-US" altLang="en-US" sz="2400"/>
              <a:t>, as shown in Figure 25.9b.</a:t>
            </a:r>
          </a:p>
        </p:txBody>
      </p:sp>
      <p:sp>
        <p:nvSpPr>
          <p:cNvPr id="44034" name="Slide Number Placeholder 4">
            <a:extLst>
              <a:ext uri="{FF2B5EF4-FFF2-40B4-BE49-F238E27FC236}">
                <a16:creationId xmlns:a16="http://schemas.microsoft.com/office/drawing/2014/main" id="{6EA119A3-35FA-41D6-9D56-84C2B7AB307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20769FC-1650-4D10-B063-7A84295CB452}" type="slidenum">
              <a:rPr lang="en-US" altLang="en-US" sz="1400"/>
              <a:pPr>
                <a:spcBef>
                  <a:spcPct val="0"/>
                </a:spcBef>
                <a:buClrTx/>
                <a:buSzTx/>
                <a:buFontTx/>
                <a:buNone/>
              </a:pPr>
              <a:t>40</a:t>
            </a:fld>
            <a:endParaRPr lang="en-US" altLang="en-US" sz="1400"/>
          </a:p>
        </p:txBody>
      </p:sp>
      <p:graphicFrame>
        <p:nvGraphicFramePr>
          <p:cNvPr id="44052" name="Object 21">
            <a:extLst>
              <a:ext uri="{FF2B5EF4-FFF2-40B4-BE49-F238E27FC236}">
                <a16:creationId xmlns:a16="http://schemas.microsoft.com/office/drawing/2014/main" id="{4D1CACFD-8EBF-4890-AA73-542DD544676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032485943"/>
              </p:ext>
            </p:extLst>
          </p:nvPr>
        </p:nvGraphicFramePr>
        <p:xfrm>
          <a:off x="250825" y="2816225"/>
          <a:ext cx="8497888" cy="3322638"/>
        </p:xfrm>
        <a:graphic>
          <a:graphicData uri="http://schemas.openxmlformats.org/presentationml/2006/ole">
            <mc:AlternateContent xmlns:mc="http://schemas.openxmlformats.org/markup-compatibility/2006">
              <mc:Choice xmlns:v="urn:schemas-microsoft-com:vml" Requires="v">
                <p:oleObj name="Picture" r:id="rId2" imgW="5172456" imgH="2017776" progId="Word.Picture.8">
                  <p:embed/>
                </p:oleObj>
              </mc:Choice>
              <mc:Fallback>
                <p:oleObj name="Picture" r:id="rId2" imgW="5172456" imgH="2017776" progId="Word.Picture.8">
                  <p:embed/>
                  <p:pic>
                    <p:nvPicPr>
                      <p:cNvPr id="0" name="Object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2816225"/>
                        <a:ext cx="8497888" cy="332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a:extLst>
              <a:ext uri="{FF2B5EF4-FFF2-40B4-BE49-F238E27FC236}">
                <a16:creationId xmlns:a16="http://schemas.microsoft.com/office/drawing/2014/main" id="{314DB75E-F4DA-4C4D-B86A-10BCA49EBAE8}"/>
              </a:ext>
            </a:extLst>
          </p:cNvPr>
          <p:cNvSpPr>
            <a:spLocks noGrp="1" noChangeArrowheads="1"/>
          </p:cNvSpPr>
          <p:nvPr>
            <p:ph type="title"/>
          </p:nvPr>
        </p:nvSpPr>
        <p:spPr>
          <a:xfrm>
            <a:off x="0" y="152400"/>
            <a:ext cx="8839200" cy="533400"/>
          </a:xfrm>
        </p:spPr>
        <p:txBody>
          <a:bodyPr/>
          <a:lstStyle/>
          <a:p>
            <a:r>
              <a:rPr lang="en-US" altLang="en-US" sz="3600" dirty="0"/>
              <a:t>Deleting Elements in a Binary Search Tree</a:t>
            </a:r>
          </a:p>
        </p:txBody>
      </p:sp>
      <p:sp>
        <p:nvSpPr>
          <p:cNvPr id="45070" name="Rectangle 13">
            <a:extLst>
              <a:ext uri="{FF2B5EF4-FFF2-40B4-BE49-F238E27FC236}">
                <a16:creationId xmlns:a16="http://schemas.microsoft.com/office/drawing/2014/main" id="{1865EF70-1571-4A69-891E-EAEC34BDDBC3}"/>
              </a:ext>
            </a:extLst>
          </p:cNvPr>
          <p:cNvSpPr>
            <a:spLocks noGrp="1" noChangeArrowheads="1"/>
          </p:cNvSpPr>
          <p:nvPr>
            <p:ph idx="1"/>
          </p:nvPr>
        </p:nvSpPr>
        <p:spPr>
          <a:xfrm>
            <a:off x="179388" y="873125"/>
            <a:ext cx="8748712" cy="5364163"/>
          </a:xfrm>
        </p:spPr>
        <p:txBody>
          <a:bodyPr/>
          <a:lstStyle/>
          <a:p>
            <a:pPr marL="0" indent="0">
              <a:buFont typeface="Monotype Sorts"/>
              <a:buNone/>
            </a:pPr>
            <a:r>
              <a:rPr lang="en-US" altLang="en-US" sz="2400" dirty="0"/>
              <a:t>Case 2: The current node has a left child. </a:t>
            </a:r>
          </a:p>
          <a:p>
            <a:pPr>
              <a:buFont typeface="Wingdings" panose="05000000000000000000" pitchFamily="2" charset="2"/>
              <a:buChar char="§"/>
            </a:pPr>
            <a:r>
              <a:rPr lang="en-US" altLang="en-US" sz="2400" dirty="0"/>
              <a:t>Let </a:t>
            </a:r>
            <a:r>
              <a:rPr lang="en-US" altLang="en-US" sz="2400" b="1" dirty="0"/>
              <a:t>rightMost</a:t>
            </a:r>
            <a:r>
              <a:rPr lang="en-US" altLang="en-US" sz="2400" dirty="0"/>
              <a:t> point to the node that contains the largest element in the left subtree of the current node </a:t>
            </a:r>
          </a:p>
          <a:p>
            <a:pPr>
              <a:buFont typeface="Wingdings" panose="05000000000000000000" pitchFamily="2" charset="2"/>
              <a:buChar char="§"/>
            </a:pPr>
            <a:r>
              <a:rPr lang="en-US" altLang="en-US" sz="2400" dirty="0"/>
              <a:t>Let </a:t>
            </a:r>
            <a:r>
              <a:rPr lang="en-US" altLang="en-US" sz="2400" b="1" dirty="0"/>
              <a:t>parentOfRightMost</a:t>
            </a:r>
            <a:r>
              <a:rPr lang="en-US" altLang="en-US" sz="2400" dirty="0"/>
              <a:t> point to the parent node of the </a:t>
            </a:r>
            <a:r>
              <a:rPr lang="en-US" altLang="en-US" sz="2400" b="1" dirty="0"/>
              <a:t>rightMost</a:t>
            </a:r>
            <a:r>
              <a:rPr lang="en-US" altLang="en-US" sz="2400" dirty="0"/>
              <a:t> node, as shown in Figure 25.10a. </a:t>
            </a:r>
          </a:p>
          <a:p>
            <a:pPr>
              <a:buFont typeface="Wingdings" panose="05000000000000000000" pitchFamily="2" charset="2"/>
              <a:buChar char="§"/>
            </a:pPr>
            <a:r>
              <a:rPr lang="en-US" altLang="en-US" sz="2400" dirty="0"/>
              <a:t>Note that the </a:t>
            </a:r>
            <a:r>
              <a:rPr lang="en-US" altLang="en-US" sz="2400" b="1" dirty="0"/>
              <a:t>rightMost</a:t>
            </a:r>
            <a:r>
              <a:rPr lang="en-US" altLang="en-US" sz="2400" dirty="0"/>
              <a:t> node cannot have a right child but may have a left child. </a:t>
            </a:r>
          </a:p>
          <a:p>
            <a:pPr>
              <a:buFont typeface="Wingdings" panose="05000000000000000000" pitchFamily="2" charset="2"/>
              <a:buChar char="§"/>
            </a:pPr>
            <a:r>
              <a:rPr lang="en-US" altLang="en-US" sz="2400" dirty="0"/>
              <a:t>Replace the element value in the current node with the one in the </a:t>
            </a:r>
            <a:r>
              <a:rPr lang="en-US" altLang="en-US" sz="2400" b="1" dirty="0"/>
              <a:t>rightMost</a:t>
            </a:r>
            <a:r>
              <a:rPr lang="en-US" altLang="en-US" sz="2400" dirty="0"/>
              <a:t> node, </a:t>
            </a:r>
          </a:p>
          <a:p>
            <a:pPr>
              <a:buFont typeface="Wingdings" panose="05000000000000000000" pitchFamily="2" charset="2"/>
              <a:buChar char="§"/>
            </a:pPr>
            <a:r>
              <a:rPr lang="en-US" altLang="en-US" sz="2400" dirty="0"/>
              <a:t>Connect the </a:t>
            </a:r>
            <a:r>
              <a:rPr lang="en-US" altLang="en-US" sz="2400" b="1" dirty="0"/>
              <a:t>parentOfRightMost</a:t>
            </a:r>
            <a:r>
              <a:rPr lang="en-US" altLang="en-US" sz="2400" dirty="0"/>
              <a:t> node with the left child of the </a:t>
            </a:r>
            <a:r>
              <a:rPr lang="en-US" altLang="en-US" sz="2400" b="1" dirty="0"/>
              <a:t>rightMost</a:t>
            </a:r>
            <a:r>
              <a:rPr lang="en-US" altLang="en-US" sz="2400" dirty="0"/>
              <a:t> node, and </a:t>
            </a:r>
          </a:p>
          <a:p>
            <a:pPr>
              <a:buFont typeface="Wingdings" panose="05000000000000000000" pitchFamily="2" charset="2"/>
              <a:buChar char="§"/>
            </a:pPr>
            <a:r>
              <a:rPr lang="en-US" altLang="en-US" sz="2400" dirty="0"/>
              <a:t>Delete the </a:t>
            </a:r>
            <a:r>
              <a:rPr lang="en-US" altLang="en-US" sz="2400" b="1" dirty="0"/>
              <a:t>rightMost</a:t>
            </a:r>
            <a:r>
              <a:rPr lang="en-US" altLang="en-US" sz="2400" dirty="0"/>
              <a:t> node, as shown in Figure 25.10b.</a:t>
            </a:r>
          </a:p>
        </p:txBody>
      </p:sp>
      <p:sp>
        <p:nvSpPr>
          <p:cNvPr id="45058" name="Slide Number Placeholder 4">
            <a:extLst>
              <a:ext uri="{FF2B5EF4-FFF2-40B4-BE49-F238E27FC236}">
                <a16:creationId xmlns:a16="http://schemas.microsoft.com/office/drawing/2014/main" id="{B2922C27-DAD6-4CFB-BE8B-47E85449FFB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4ABE587-69A3-446F-9FA3-9A85976FCB32}" type="slidenum">
              <a:rPr lang="en-US" altLang="en-US" sz="1400"/>
              <a:pPr>
                <a:spcBef>
                  <a:spcPct val="0"/>
                </a:spcBef>
                <a:buClrTx/>
                <a:buSzTx/>
                <a:buFontTx/>
                <a:buNone/>
              </a:pPr>
              <a:t>41</a:t>
            </a:fld>
            <a:endParaRPr lang="en-US" altLang="en-US" sz="14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a:extLst>
              <a:ext uri="{FF2B5EF4-FFF2-40B4-BE49-F238E27FC236}">
                <a16:creationId xmlns:a16="http://schemas.microsoft.com/office/drawing/2014/main" id="{29EC51F9-EE3A-49CA-B990-49A96511E547}"/>
              </a:ext>
            </a:extLst>
          </p:cNvPr>
          <p:cNvSpPr>
            <a:spLocks noGrp="1" noChangeArrowheads="1"/>
          </p:cNvSpPr>
          <p:nvPr>
            <p:ph type="title"/>
          </p:nvPr>
        </p:nvSpPr>
        <p:spPr>
          <a:xfrm>
            <a:off x="0" y="152400"/>
            <a:ext cx="8839200" cy="533400"/>
          </a:xfrm>
        </p:spPr>
        <p:txBody>
          <a:bodyPr/>
          <a:lstStyle/>
          <a:p>
            <a:r>
              <a:rPr lang="en-US" altLang="en-US" sz="3600"/>
              <a:t>Deleting Elements in a Binary Search Tree</a:t>
            </a:r>
          </a:p>
        </p:txBody>
      </p:sp>
      <p:sp>
        <p:nvSpPr>
          <p:cNvPr id="46094" name="Rectangle 13">
            <a:extLst>
              <a:ext uri="{FF2B5EF4-FFF2-40B4-BE49-F238E27FC236}">
                <a16:creationId xmlns:a16="http://schemas.microsoft.com/office/drawing/2014/main" id="{94AAF6D2-A650-4C1C-BADB-2DE042BC6664}"/>
              </a:ext>
            </a:extLst>
          </p:cNvPr>
          <p:cNvSpPr>
            <a:spLocks noGrp="1" noChangeArrowheads="1"/>
          </p:cNvSpPr>
          <p:nvPr>
            <p:ph idx="1"/>
          </p:nvPr>
        </p:nvSpPr>
        <p:spPr>
          <a:xfrm>
            <a:off x="179388" y="728663"/>
            <a:ext cx="8748712" cy="611187"/>
          </a:xfrm>
        </p:spPr>
        <p:txBody>
          <a:bodyPr/>
          <a:lstStyle/>
          <a:p>
            <a:pPr marL="0" indent="0">
              <a:buFont typeface="Monotype Sorts"/>
              <a:buNone/>
            </a:pPr>
            <a:r>
              <a:rPr lang="en-US" altLang="en-US"/>
              <a:t>Case 2 diagram</a:t>
            </a:r>
          </a:p>
        </p:txBody>
      </p:sp>
      <p:sp>
        <p:nvSpPr>
          <p:cNvPr id="46082" name="Slide Number Placeholder 4">
            <a:extLst>
              <a:ext uri="{FF2B5EF4-FFF2-40B4-BE49-F238E27FC236}">
                <a16:creationId xmlns:a16="http://schemas.microsoft.com/office/drawing/2014/main" id="{9C40F73B-85A4-4E21-8D72-29B1282E49D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454B159-29F8-459A-81E5-8A0FBA43E689}" type="slidenum">
              <a:rPr lang="en-US" altLang="en-US" sz="1400"/>
              <a:pPr>
                <a:spcBef>
                  <a:spcPct val="0"/>
                </a:spcBef>
                <a:buClrTx/>
                <a:buSzTx/>
                <a:buFontTx/>
                <a:buNone/>
              </a:pPr>
              <a:t>42</a:t>
            </a:fld>
            <a:endParaRPr lang="en-US" altLang="en-US" sz="1400"/>
          </a:p>
        </p:txBody>
      </p:sp>
      <p:graphicFrame>
        <p:nvGraphicFramePr>
          <p:cNvPr id="46098" name="Object 16">
            <a:extLst>
              <a:ext uri="{FF2B5EF4-FFF2-40B4-BE49-F238E27FC236}">
                <a16:creationId xmlns:a16="http://schemas.microsoft.com/office/drawing/2014/main" id="{987412E7-1111-433B-AD64-AD543E7AD714}"/>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798450716"/>
              </p:ext>
            </p:extLst>
          </p:nvPr>
        </p:nvGraphicFramePr>
        <p:xfrm>
          <a:off x="503238" y="1268413"/>
          <a:ext cx="8245475" cy="5132387"/>
        </p:xfrm>
        <a:graphic>
          <a:graphicData uri="http://schemas.openxmlformats.org/presentationml/2006/ole">
            <mc:AlternateContent xmlns:mc="http://schemas.openxmlformats.org/markup-compatibility/2006">
              <mc:Choice xmlns:v="urn:schemas-microsoft-com:vml" Requires="v">
                <p:oleObj name="Picture" r:id="rId3" imgW="6163056" imgH="3831336" progId="Word.Picture.8">
                  <p:embed/>
                </p:oleObj>
              </mc:Choice>
              <mc:Fallback>
                <p:oleObj name="Picture" r:id="rId3" imgW="6163056" imgH="3831336" progId="Word.Picture.8">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238" y="1268413"/>
                        <a:ext cx="8245475" cy="513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a:extLst>
              <a:ext uri="{FF2B5EF4-FFF2-40B4-BE49-F238E27FC236}">
                <a16:creationId xmlns:a16="http://schemas.microsoft.com/office/drawing/2014/main" id="{9F209250-7164-4995-A088-2E83A45D13C0}"/>
              </a:ext>
            </a:extLst>
          </p:cNvPr>
          <p:cNvSpPr>
            <a:spLocks noGrp="1" noChangeArrowheads="1"/>
          </p:cNvSpPr>
          <p:nvPr>
            <p:ph type="title"/>
          </p:nvPr>
        </p:nvSpPr>
        <p:spPr>
          <a:xfrm>
            <a:off x="0" y="152400"/>
            <a:ext cx="8839200" cy="533400"/>
          </a:xfrm>
        </p:spPr>
        <p:txBody>
          <a:bodyPr/>
          <a:lstStyle/>
          <a:p>
            <a:r>
              <a:rPr lang="en-US" altLang="en-US" sz="3600"/>
              <a:t>Deleting Elements in a Binary Search Tree</a:t>
            </a:r>
          </a:p>
        </p:txBody>
      </p:sp>
      <p:sp>
        <p:nvSpPr>
          <p:cNvPr id="47118" name="Rectangle 13">
            <a:extLst>
              <a:ext uri="{FF2B5EF4-FFF2-40B4-BE49-F238E27FC236}">
                <a16:creationId xmlns:a16="http://schemas.microsoft.com/office/drawing/2014/main" id="{F60E4AF7-747C-4D46-B883-1B80B2A16973}"/>
              </a:ext>
            </a:extLst>
          </p:cNvPr>
          <p:cNvSpPr>
            <a:spLocks noGrp="1" noChangeArrowheads="1"/>
          </p:cNvSpPr>
          <p:nvPr>
            <p:ph idx="1"/>
          </p:nvPr>
        </p:nvSpPr>
        <p:spPr>
          <a:xfrm>
            <a:off x="179388" y="728663"/>
            <a:ext cx="8748712" cy="611187"/>
          </a:xfrm>
        </p:spPr>
        <p:txBody>
          <a:bodyPr/>
          <a:lstStyle/>
          <a:p>
            <a:pPr marL="0" indent="0">
              <a:buFont typeface="Monotype Sorts"/>
              <a:buNone/>
            </a:pPr>
            <a:r>
              <a:rPr lang="en-US" altLang="en-US"/>
              <a:t>Case 2 example, delete 20</a:t>
            </a:r>
          </a:p>
        </p:txBody>
      </p:sp>
      <p:sp>
        <p:nvSpPr>
          <p:cNvPr id="47106" name="Slide Number Placeholder 4">
            <a:extLst>
              <a:ext uri="{FF2B5EF4-FFF2-40B4-BE49-F238E27FC236}">
                <a16:creationId xmlns:a16="http://schemas.microsoft.com/office/drawing/2014/main" id="{A03B641F-B08D-4C24-9B2B-405A12F6352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7644906-DFB9-4BF9-8D00-8BC0048C7971}" type="slidenum">
              <a:rPr lang="en-US" altLang="en-US" sz="1400"/>
              <a:pPr>
                <a:spcBef>
                  <a:spcPct val="0"/>
                </a:spcBef>
                <a:buClrTx/>
                <a:buSzTx/>
                <a:buFontTx/>
                <a:buNone/>
              </a:pPr>
              <a:t>43</a:t>
            </a:fld>
            <a:endParaRPr lang="en-US" altLang="en-US" sz="1400"/>
          </a:p>
        </p:txBody>
      </p:sp>
      <p:graphicFrame>
        <p:nvGraphicFramePr>
          <p:cNvPr id="47123" name="Object 18">
            <a:extLst>
              <a:ext uri="{FF2B5EF4-FFF2-40B4-BE49-F238E27FC236}">
                <a16:creationId xmlns:a16="http://schemas.microsoft.com/office/drawing/2014/main" id="{F6AEE8FA-7613-4F78-86C6-4D92B6F5475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664863883"/>
              </p:ext>
            </p:extLst>
          </p:nvPr>
        </p:nvGraphicFramePr>
        <p:xfrm>
          <a:off x="179388" y="1773238"/>
          <a:ext cx="8785225" cy="3433762"/>
        </p:xfrm>
        <a:graphic>
          <a:graphicData uri="http://schemas.openxmlformats.org/presentationml/2006/ole">
            <mc:AlternateContent xmlns:mc="http://schemas.openxmlformats.org/markup-compatibility/2006">
              <mc:Choice xmlns:v="urn:schemas-microsoft-com:vml" Requires="v">
                <p:oleObj name="Picture" r:id="rId2" imgW="5172456" imgH="2017776" progId="Word.Picture.8">
                  <p:embed/>
                </p:oleObj>
              </mc:Choice>
              <mc:Fallback>
                <p:oleObj name="Picture" r:id="rId2" imgW="5172456" imgH="2017776"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773238"/>
                        <a:ext cx="8785225" cy="343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a:extLst>
              <a:ext uri="{FF2B5EF4-FFF2-40B4-BE49-F238E27FC236}">
                <a16:creationId xmlns:a16="http://schemas.microsoft.com/office/drawing/2014/main" id="{9BF0378B-B9B0-4B79-BC6B-CCF04DC97992}"/>
              </a:ext>
            </a:extLst>
          </p:cNvPr>
          <p:cNvSpPr>
            <a:spLocks noGrp="1" noChangeArrowheads="1"/>
          </p:cNvSpPr>
          <p:nvPr>
            <p:ph type="title"/>
          </p:nvPr>
        </p:nvSpPr>
        <p:spPr>
          <a:xfrm>
            <a:off x="0" y="152400"/>
            <a:ext cx="9144000" cy="1260475"/>
          </a:xfrm>
        </p:spPr>
        <p:txBody>
          <a:bodyPr/>
          <a:lstStyle/>
          <a:p>
            <a:r>
              <a:rPr lang="en-US" altLang="en-US"/>
              <a:t>Examples</a:t>
            </a:r>
          </a:p>
        </p:txBody>
      </p:sp>
      <p:sp>
        <p:nvSpPr>
          <p:cNvPr id="48130" name="Slide Number Placeholder 4">
            <a:extLst>
              <a:ext uri="{FF2B5EF4-FFF2-40B4-BE49-F238E27FC236}">
                <a16:creationId xmlns:a16="http://schemas.microsoft.com/office/drawing/2014/main" id="{31D74A67-5E0D-497F-85F4-7C964A77001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F520091-E2F6-4E8D-80D4-81FF5A844AD2}" type="slidenum">
              <a:rPr lang="en-US" altLang="en-US" sz="1400"/>
              <a:pPr>
                <a:spcBef>
                  <a:spcPct val="0"/>
                </a:spcBef>
                <a:buClrTx/>
                <a:buSzTx/>
                <a:buFontTx/>
                <a:buNone/>
              </a:pPr>
              <a:t>44</a:t>
            </a:fld>
            <a:endParaRPr lang="en-US" altLang="en-US" sz="1400"/>
          </a:p>
        </p:txBody>
      </p:sp>
      <p:graphicFrame>
        <p:nvGraphicFramePr>
          <p:cNvPr id="48148" name="Object 21">
            <a:extLst>
              <a:ext uri="{FF2B5EF4-FFF2-40B4-BE49-F238E27FC236}">
                <a16:creationId xmlns:a16="http://schemas.microsoft.com/office/drawing/2014/main" id="{8090306B-7BDC-4F74-943F-047F36C51B2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701591074"/>
              </p:ext>
            </p:extLst>
          </p:nvPr>
        </p:nvGraphicFramePr>
        <p:xfrm>
          <a:off x="142875" y="1304925"/>
          <a:ext cx="4319588" cy="3441700"/>
        </p:xfrm>
        <a:graphic>
          <a:graphicData uri="http://schemas.openxmlformats.org/presentationml/2006/ole">
            <mc:AlternateContent xmlns:mc="http://schemas.openxmlformats.org/markup-compatibility/2006">
              <mc:Choice xmlns:v="urn:schemas-microsoft-com:vml" Requires="v">
                <p:oleObj name="Picture" r:id="rId2" imgW="2517648" imgH="1997964" progId="Word.Picture.8">
                  <p:embed/>
                </p:oleObj>
              </mc:Choice>
              <mc:Fallback>
                <p:oleObj name="Picture" r:id="rId2" imgW="2517648" imgH="1997964" progId="Word.Picture.8">
                  <p:embed/>
                  <p:pic>
                    <p:nvPicPr>
                      <p:cNvPr id="0" name="Object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 y="1304925"/>
                        <a:ext cx="4319588" cy="344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50" name="Object 23">
            <a:extLst>
              <a:ext uri="{FF2B5EF4-FFF2-40B4-BE49-F238E27FC236}">
                <a16:creationId xmlns:a16="http://schemas.microsoft.com/office/drawing/2014/main" id="{85858E10-D37E-411F-8C60-960678C7B36D}"/>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529779431"/>
              </p:ext>
            </p:extLst>
          </p:nvPr>
        </p:nvGraphicFramePr>
        <p:xfrm>
          <a:off x="4643438" y="1304925"/>
          <a:ext cx="4321175" cy="3443288"/>
        </p:xfrm>
        <a:graphic>
          <a:graphicData uri="http://schemas.openxmlformats.org/presentationml/2006/ole">
            <mc:AlternateContent xmlns:mc="http://schemas.openxmlformats.org/markup-compatibility/2006">
              <mc:Choice xmlns:v="urn:schemas-microsoft-com:vml" Requires="v">
                <p:oleObj name="Picture" r:id="rId4" imgW="2517648" imgH="1997964" progId="Word.Picture.8">
                  <p:embed/>
                </p:oleObj>
              </mc:Choice>
              <mc:Fallback>
                <p:oleObj name="Picture" r:id="rId4" imgW="2517648" imgH="1997964" progId="Word.Picture.8">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3438" y="1304925"/>
                        <a:ext cx="4321175" cy="344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a:extLst>
              <a:ext uri="{FF2B5EF4-FFF2-40B4-BE49-F238E27FC236}">
                <a16:creationId xmlns:a16="http://schemas.microsoft.com/office/drawing/2014/main" id="{EE01EB9C-56E1-4C68-885F-2A95B9669BED}"/>
              </a:ext>
            </a:extLst>
          </p:cNvPr>
          <p:cNvSpPr>
            <a:spLocks noGrp="1" noChangeArrowheads="1"/>
          </p:cNvSpPr>
          <p:nvPr>
            <p:ph type="title"/>
          </p:nvPr>
        </p:nvSpPr>
        <p:spPr>
          <a:xfrm>
            <a:off x="0" y="152400"/>
            <a:ext cx="9144000" cy="1260475"/>
          </a:xfrm>
        </p:spPr>
        <p:txBody>
          <a:bodyPr/>
          <a:lstStyle/>
          <a:p>
            <a:r>
              <a:rPr lang="en-US" altLang="en-US"/>
              <a:t>Examples</a:t>
            </a:r>
          </a:p>
        </p:txBody>
      </p:sp>
      <p:sp>
        <p:nvSpPr>
          <p:cNvPr id="49154" name="Slide Number Placeholder 4">
            <a:extLst>
              <a:ext uri="{FF2B5EF4-FFF2-40B4-BE49-F238E27FC236}">
                <a16:creationId xmlns:a16="http://schemas.microsoft.com/office/drawing/2014/main" id="{8BC33351-F473-469F-BB3F-AF6ECD96609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96BC096-AC34-45EA-8E65-75C7A204C902}" type="slidenum">
              <a:rPr lang="en-US" altLang="en-US" sz="1400"/>
              <a:pPr>
                <a:spcBef>
                  <a:spcPct val="0"/>
                </a:spcBef>
                <a:buClrTx/>
                <a:buSzTx/>
                <a:buFontTx/>
                <a:buNone/>
              </a:pPr>
              <a:t>45</a:t>
            </a:fld>
            <a:endParaRPr lang="en-US" altLang="en-US" sz="1400"/>
          </a:p>
        </p:txBody>
      </p:sp>
      <p:graphicFrame>
        <p:nvGraphicFramePr>
          <p:cNvPr id="49174" name="Object 22">
            <a:extLst>
              <a:ext uri="{FF2B5EF4-FFF2-40B4-BE49-F238E27FC236}">
                <a16:creationId xmlns:a16="http://schemas.microsoft.com/office/drawing/2014/main" id="{E74D5D59-C02A-4792-90FD-5D8E5A878A37}"/>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55202037"/>
              </p:ext>
            </p:extLst>
          </p:nvPr>
        </p:nvGraphicFramePr>
        <p:xfrm>
          <a:off x="215900" y="1304925"/>
          <a:ext cx="4314825" cy="3436938"/>
        </p:xfrm>
        <a:graphic>
          <a:graphicData uri="http://schemas.openxmlformats.org/presentationml/2006/ole">
            <mc:AlternateContent xmlns:mc="http://schemas.openxmlformats.org/markup-compatibility/2006">
              <mc:Choice xmlns:v="urn:schemas-microsoft-com:vml" Requires="v">
                <p:oleObj name="Picture" r:id="rId2" imgW="2517648" imgH="1997964" progId="Word.Picture.8">
                  <p:embed/>
                </p:oleObj>
              </mc:Choice>
              <mc:Fallback>
                <p:oleObj name="Picture" r:id="rId2" imgW="2517648" imgH="1997964" progId="Word.Picture.8">
                  <p:embed/>
                  <p:pic>
                    <p:nvPicPr>
                      <p:cNvPr id="0"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 y="1304925"/>
                        <a:ext cx="4314825" cy="343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76" name="Object 24">
            <a:extLst>
              <a:ext uri="{FF2B5EF4-FFF2-40B4-BE49-F238E27FC236}">
                <a16:creationId xmlns:a16="http://schemas.microsoft.com/office/drawing/2014/main" id="{B9F90363-E9CB-4A2A-BEDD-C68BFB47BD0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581891366"/>
              </p:ext>
            </p:extLst>
          </p:nvPr>
        </p:nvGraphicFramePr>
        <p:xfrm>
          <a:off x="4679950" y="1304925"/>
          <a:ext cx="4321175" cy="3443288"/>
        </p:xfrm>
        <a:graphic>
          <a:graphicData uri="http://schemas.openxmlformats.org/presentationml/2006/ole">
            <mc:AlternateContent xmlns:mc="http://schemas.openxmlformats.org/markup-compatibility/2006">
              <mc:Choice xmlns:v="urn:schemas-microsoft-com:vml" Requires="v">
                <p:oleObj name="Picture" r:id="rId4" imgW="2517648" imgH="1997964" progId="Word.Picture.8">
                  <p:embed/>
                </p:oleObj>
              </mc:Choice>
              <mc:Fallback>
                <p:oleObj name="Picture" r:id="rId4" imgW="2517648" imgH="1997964" progId="Word.Picture.8">
                  <p:embed/>
                  <p:pic>
                    <p:nvPicPr>
                      <p:cNvPr id="0" name="Object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9950" y="1304925"/>
                        <a:ext cx="4321175" cy="344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a:extLst>
              <a:ext uri="{FF2B5EF4-FFF2-40B4-BE49-F238E27FC236}">
                <a16:creationId xmlns:a16="http://schemas.microsoft.com/office/drawing/2014/main" id="{1F1E3BA1-ABEC-4FFF-AEA2-C5D08445BFC6}"/>
              </a:ext>
            </a:extLst>
          </p:cNvPr>
          <p:cNvSpPr>
            <a:spLocks noGrp="1" noChangeArrowheads="1"/>
          </p:cNvSpPr>
          <p:nvPr>
            <p:ph type="title"/>
          </p:nvPr>
        </p:nvSpPr>
        <p:spPr>
          <a:xfrm>
            <a:off x="0" y="152400"/>
            <a:ext cx="9144000" cy="1260475"/>
          </a:xfrm>
        </p:spPr>
        <p:txBody>
          <a:bodyPr/>
          <a:lstStyle/>
          <a:p>
            <a:r>
              <a:rPr lang="en-US" altLang="en-US"/>
              <a:t>Examples</a:t>
            </a:r>
          </a:p>
        </p:txBody>
      </p:sp>
      <p:sp>
        <p:nvSpPr>
          <p:cNvPr id="50178" name="Slide Number Placeholder 4">
            <a:extLst>
              <a:ext uri="{FF2B5EF4-FFF2-40B4-BE49-F238E27FC236}">
                <a16:creationId xmlns:a16="http://schemas.microsoft.com/office/drawing/2014/main" id="{C6422DAD-566C-4114-9225-C8AA1AA4240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3FA56EB-DAC7-4F93-B6F4-A59F9433C8A9}" type="slidenum">
              <a:rPr lang="en-US" altLang="en-US" sz="1400"/>
              <a:pPr>
                <a:spcBef>
                  <a:spcPct val="0"/>
                </a:spcBef>
                <a:buClrTx/>
                <a:buSzTx/>
                <a:buFontTx/>
                <a:buNone/>
              </a:pPr>
              <a:t>46</a:t>
            </a:fld>
            <a:endParaRPr lang="en-US" altLang="en-US" sz="1400"/>
          </a:p>
        </p:txBody>
      </p:sp>
      <p:graphicFrame>
        <p:nvGraphicFramePr>
          <p:cNvPr id="50200" name="Object 24">
            <a:extLst>
              <a:ext uri="{FF2B5EF4-FFF2-40B4-BE49-F238E27FC236}">
                <a16:creationId xmlns:a16="http://schemas.microsoft.com/office/drawing/2014/main" id="{0A159125-B0CB-44B8-8959-C6F2349F8AF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909107512"/>
              </p:ext>
            </p:extLst>
          </p:nvPr>
        </p:nvGraphicFramePr>
        <p:xfrm>
          <a:off x="107950" y="1304925"/>
          <a:ext cx="4392613" cy="3500438"/>
        </p:xfrm>
        <a:graphic>
          <a:graphicData uri="http://schemas.openxmlformats.org/presentationml/2006/ole">
            <mc:AlternateContent xmlns:mc="http://schemas.openxmlformats.org/markup-compatibility/2006">
              <mc:Choice xmlns:v="urn:schemas-microsoft-com:vml" Requires="v">
                <p:oleObj name="Picture" r:id="rId2" imgW="2517648" imgH="1997964" progId="Word.Picture.8">
                  <p:embed/>
                </p:oleObj>
              </mc:Choice>
              <mc:Fallback>
                <p:oleObj name="Picture" r:id="rId2" imgW="2517648" imgH="1997964" progId="Word.Picture.8">
                  <p:embed/>
                  <p:pic>
                    <p:nvPicPr>
                      <p:cNvPr id="0" name="Object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0" y="1304925"/>
                        <a:ext cx="4392613" cy="35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202" name="Object 26">
            <a:extLst>
              <a:ext uri="{FF2B5EF4-FFF2-40B4-BE49-F238E27FC236}">
                <a16:creationId xmlns:a16="http://schemas.microsoft.com/office/drawing/2014/main" id="{BCEA96E6-0D91-4E57-A511-CF75A7961B93}"/>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020918803"/>
              </p:ext>
            </p:extLst>
          </p:nvPr>
        </p:nvGraphicFramePr>
        <p:xfrm>
          <a:off x="4608513" y="1304925"/>
          <a:ext cx="4392612" cy="3500438"/>
        </p:xfrm>
        <a:graphic>
          <a:graphicData uri="http://schemas.openxmlformats.org/presentationml/2006/ole">
            <mc:AlternateContent xmlns:mc="http://schemas.openxmlformats.org/markup-compatibility/2006">
              <mc:Choice xmlns:v="urn:schemas-microsoft-com:vml" Requires="v">
                <p:oleObj name="Picture" r:id="rId4" imgW="2517648" imgH="1997964" progId="Word.Picture.8">
                  <p:embed/>
                </p:oleObj>
              </mc:Choice>
              <mc:Fallback>
                <p:oleObj name="Picture" r:id="rId4" imgW="2517648" imgH="1997964" progId="Word.Picture.8">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8513" y="1304925"/>
                        <a:ext cx="4392612" cy="35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203" name="AutoShape 10">
            <a:hlinkClick r:id="rId6" action="ppaction://program" highlightClick="1"/>
            <a:extLst>
              <a:ext uri="{FF2B5EF4-FFF2-40B4-BE49-F238E27FC236}">
                <a16:creationId xmlns:a16="http://schemas.microsoft.com/office/drawing/2014/main" id="{6B0AE1B3-0F01-4514-9C67-D8F9AF85CE6C}"/>
              </a:ext>
            </a:extLst>
          </p:cNvPr>
          <p:cNvSpPr>
            <a:spLocks noChangeArrowheads="1"/>
          </p:cNvSpPr>
          <p:nvPr/>
        </p:nvSpPr>
        <p:spPr bwMode="auto">
          <a:xfrm>
            <a:off x="7534275" y="5732463"/>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latin typeface="Book Antiqua" panose="02040602050305030304" pitchFamily="18" charset="0"/>
              </a:rPr>
              <a:t>Run</a:t>
            </a:r>
            <a:endParaRPr lang="en-US" altLang="en-US" sz="1800"/>
          </a:p>
        </p:txBody>
      </p:sp>
      <p:sp>
        <p:nvSpPr>
          <p:cNvPr id="50204" name="Rectangle 30">
            <a:hlinkClick r:id="rId7"/>
            <a:extLst>
              <a:ext uri="{FF2B5EF4-FFF2-40B4-BE49-F238E27FC236}">
                <a16:creationId xmlns:a16="http://schemas.microsoft.com/office/drawing/2014/main" id="{214E9758-DEF1-485E-B821-087215E5ABFF}"/>
              </a:ext>
            </a:extLst>
          </p:cNvPr>
          <p:cNvSpPr>
            <a:spLocks noChangeArrowheads="1"/>
          </p:cNvSpPr>
          <p:nvPr/>
        </p:nvSpPr>
        <p:spPr bwMode="auto">
          <a:xfrm>
            <a:off x="5580063" y="5748338"/>
            <a:ext cx="180975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TestBSTDelete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a:extLst>
              <a:ext uri="{FF2B5EF4-FFF2-40B4-BE49-F238E27FC236}">
                <a16:creationId xmlns:a16="http://schemas.microsoft.com/office/drawing/2014/main" id="{8F17B07C-F38C-45F2-9C24-8943FA0B0DCE}"/>
              </a:ext>
            </a:extLst>
          </p:cNvPr>
          <p:cNvSpPr>
            <a:spLocks noGrp="1" noChangeArrowheads="1"/>
          </p:cNvSpPr>
          <p:nvPr>
            <p:ph type="title"/>
          </p:nvPr>
        </p:nvSpPr>
        <p:spPr>
          <a:xfrm>
            <a:off x="0" y="152400"/>
            <a:ext cx="8839200" cy="533400"/>
          </a:xfrm>
        </p:spPr>
        <p:txBody>
          <a:bodyPr/>
          <a:lstStyle/>
          <a:p>
            <a:r>
              <a:rPr lang="en-US" altLang="en-US"/>
              <a:t>binary tree time complexity </a:t>
            </a:r>
          </a:p>
        </p:txBody>
      </p:sp>
      <p:sp>
        <p:nvSpPr>
          <p:cNvPr id="51214" name="Rectangle 13">
            <a:extLst>
              <a:ext uri="{FF2B5EF4-FFF2-40B4-BE49-F238E27FC236}">
                <a16:creationId xmlns:a16="http://schemas.microsoft.com/office/drawing/2014/main" id="{7EC1D4AB-5BDB-465E-BFB6-C4C7287E2DA3}"/>
              </a:ext>
            </a:extLst>
          </p:cNvPr>
          <p:cNvSpPr>
            <a:spLocks noGrp="1" noChangeArrowheads="1"/>
          </p:cNvSpPr>
          <p:nvPr>
            <p:ph idx="1"/>
          </p:nvPr>
        </p:nvSpPr>
        <p:spPr>
          <a:xfrm>
            <a:off x="152400" y="990600"/>
            <a:ext cx="8991600" cy="3338513"/>
          </a:xfrm>
        </p:spPr>
        <p:txBody>
          <a:bodyPr/>
          <a:lstStyle/>
          <a:p>
            <a:pPr>
              <a:lnSpc>
                <a:spcPct val="90000"/>
              </a:lnSpc>
              <a:buFont typeface="Wingdings" panose="05000000000000000000" pitchFamily="2" charset="2"/>
              <a:buChar char="§"/>
            </a:pPr>
            <a:r>
              <a:rPr lang="en-US" altLang="en-US" sz="3600" dirty="0"/>
              <a:t>It is obvious that the time complexity for the </a:t>
            </a:r>
            <a:r>
              <a:rPr lang="en-US" altLang="en-US" sz="3600" dirty="0" err="1"/>
              <a:t>inorder</a:t>
            </a:r>
            <a:r>
              <a:rPr lang="en-US" altLang="en-US" sz="3600" dirty="0"/>
              <a:t>, preorder, and </a:t>
            </a:r>
            <a:r>
              <a:rPr lang="en-US" altLang="en-US" sz="3600" dirty="0" err="1"/>
              <a:t>postorder</a:t>
            </a:r>
            <a:r>
              <a:rPr lang="en-US" altLang="en-US" sz="3600" dirty="0"/>
              <a:t> is </a:t>
            </a:r>
            <a:r>
              <a:rPr lang="en-US" altLang="en-US" sz="3600" b="1" dirty="0"/>
              <a:t>O(n)</a:t>
            </a:r>
            <a:r>
              <a:rPr lang="en-US" altLang="en-US" sz="3600" dirty="0"/>
              <a:t>, since each node is traversed only once. </a:t>
            </a:r>
          </a:p>
          <a:p>
            <a:pPr>
              <a:lnSpc>
                <a:spcPct val="90000"/>
              </a:lnSpc>
              <a:buFont typeface="Wingdings" panose="05000000000000000000" pitchFamily="2" charset="2"/>
              <a:buChar char="§"/>
            </a:pPr>
            <a:r>
              <a:rPr lang="en-US" altLang="en-US" sz="3600" dirty="0"/>
              <a:t>The time complexity for search, insertion and deletion is the </a:t>
            </a:r>
            <a:r>
              <a:rPr lang="en-US" altLang="en-US" sz="3600" b="1" dirty="0"/>
              <a:t>height of the tree</a:t>
            </a:r>
            <a:r>
              <a:rPr lang="en-US" altLang="en-US" sz="3600" dirty="0"/>
              <a:t>. In the worst case</a:t>
            </a:r>
            <a:r>
              <a:rPr lang="en-US" altLang="en-US" sz="3600" dirty="0">
                <a:highlight>
                  <a:srgbClr val="FFFF00"/>
                </a:highlight>
              </a:rPr>
              <a:t>, the height of the tree is </a:t>
            </a:r>
            <a:r>
              <a:rPr lang="en-US" altLang="en-US" sz="3600" b="1" dirty="0">
                <a:highlight>
                  <a:srgbClr val="FFFF00"/>
                </a:highlight>
              </a:rPr>
              <a:t>O(n)</a:t>
            </a:r>
            <a:r>
              <a:rPr lang="en-US" altLang="en-US" sz="3600" dirty="0">
                <a:highlight>
                  <a:srgbClr val="FFFF00"/>
                </a:highlight>
              </a:rPr>
              <a:t>.</a:t>
            </a:r>
          </a:p>
        </p:txBody>
      </p:sp>
      <p:sp>
        <p:nvSpPr>
          <p:cNvPr id="51202" name="Slide Number Placeholder 4">
            <a:extLst>
              <a:ext uri="{FF2B5EF4-FFF2-40B4-BE49-F238E27FC236}">
                <a16:creationId xmlns:a16="http://schemas.microsoft.com/office/drawing/2014/main" id="{E33E5C84-5090-4D33-B48C-655F9F207EB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10B53DE-FADB-4D1E-B19B-BBDDDDB2EFA3}" type="slidenum">
              <a:rPr lang="en-US" altLang="en-US" sz="1400"/>
              <a:pPr>
                <a:spcBef>
                  <a:spcPct val="0"/>
                </a:spcBef>
                <a:buClrTx/>
                <a:buSzTx/>
                <a:buFontTx/>
                <a:buNone/>
              </a:pPr>
              <a:t>47</a:t>
            </a:fld>
            <a:endParaRPr lang="en-US" altLang="en-US" sz="1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a:extLst>
              <a:ext uri="{FF2B5EF4-FFF2-40B4-BE49-F238E27FC236}">
                <a16:creationId xmlns:a16="http://schemas.microsoft.com/office/drawing/2014/main" id="{B8046B3A-BFA5-456C-89F0-78F1114C2DA3}"/>
              </a:ext>
            </a:extLst>
          </p:cNvPr>
          <p:cNvSpPr>
            <a:spLocks noGrp="1" noChangeArrowheads="1"/>
          </p:cNvSpPr>
          <p:nvPr>
            <p:ph type="title"/>
          </p:nvPr>
        </p:nvSpPr>
        <p:spPr>
          <a:xfrm>
            <a:off x="0" y="152400"/>
            <a:ext cx="9144000" cy="1260475"/>
          </a:xfrm>
        </p:spPr>
        <p:txBody>
          <a:bodyPr/>
          <a:lstStyle/>
          <a:p>
            <a:r>
              <a:rPr lang="en-US" altLang="en-US"/>
              <a:t>Tree Visualization</a:t>
            </a:r>
          </a:p>
        </p:txBody>
      </p:sp>
      <p:sp>
        <p:nvSpPr>
          <p:cNvPr id="52226" name="Slide Number Placeholder 4">
            <a:extLst>
              <a:ext uri="{FF2B5EF4-FFF2-40B4-BE49-F238E27FC236}">
                <a16:creationId xmlns:a16="http://schemas.microsoft.com/office/drawing/2014/main" id="{151D72E0-51BA-4D01-9D27-9672087CD08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6ECD26F-1E4B-4A9C-92CD-E6EADD65E82E}" type="slidenum">
              <a:rPr lang="en-US" altLang="en-US" sz="1400"/>
              <a:pPr>
                <a:spcBef>
                  <a:spcPct val="0"/>
                </a:spcBef>
                <a:buClrTx/>
                <a:buSzTx/>
                <a:buFontTx/>
                <a:buNone/>
              </a:pPr>
              <a:t>48</a:t>
            </a:fld>
            <a:endParaRPr lang="en-US" altLang="en-US" sz="1400"/>
          </a:p>
        </p:txBody>
      </p:sp>
      <p:pic>
        <p:nvPicPr>
          <p:cNvPr id="52249" name="Picture 28">
            <a:extLst>
              <a:ext uri="{FF2B5EF4-FFF2-40B4-BE49-F238E27FC236}">
                <a16:creationId xmlns:a16="http://schemas.microsoft.com/office/drawing/2014/main" id="{BB8F7A94-083E-4D5C-BBD8-945591EE941E}"/>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484313"/>
            <a:ext cx="421322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50" name="Picture 29">
            <a:extLst>
              <a:ext uri="{FF2B5EF4-FFF2-40B4-BE49-F238E27FC236}">
                <a16:creationId xmlns:a16="http://schemas.microsoft.com/office/drawing/2014/main" id="{F09C0A41-FDA1-4B60-89D8-CCDDB0BAD409}"/>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484313"/>
            <a:ext cx="421322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51" name="Rectangle 32">
            <a:hlinkClick r:id="rId4"/>
            <a:extLst>
              <a:ext uri="{FF2B5EF4-FFF2-40B4-BE49-F238E27FC236}">
                <a16:creationId xmlns:a16="http://schemas.microsoft.com/office/drawing/2014/main" id="{7D4864C6-4BDD-43F0-9F3A-ABCEB8FF3AFE}"/>
              </a:ext>
            </a:extLst>
          </p:cNvPr>
          <p:cNvSpPr>
            <a:spLocks noChangeArrowheads="1"/>
          </p:cNvSpPr>
          <p:nvPr/>
        </p:nvSpPr>
        <p:spPr bwMode="auto">
          <a:xfrm>
            <a:off x="4156075" y="5192713"/>
            <a:ext cx="1235075"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BTView</a:t>
            </a:r>
          </a:p>
        </p:txBody>
      </p:sp>
      <p:sp>
        <p:nvSpPr>
          <p:cNvPr id="52252" name="Rectangle 34">
            <a:hlinkClick r:id="rId5"/>
            <a:extLst>
              <a:ext uri="{FF2B5EF4-FFF2-40B4-BE49-F238E27FC236}">
                <a16:creationId xmlns:a16="http://schemas.microsoft.com/office/drawing/2014/main" id="{B60738F5-2301-41CC-9A5A-33FE96EC4D11}"/>
              </a:ext>
            </a:extLst>
          </p:cNvPr>
          <p:cNvSpPr>
            <a:spLocks noChangeArrowheads="1"/>
          </p:cNvSpPr>
          <p:nvPr/>
        </p:nvSpPr>
        <p:spPr bwMode="auto">
          <a:xfrm>
            <a:off x="5567363" y="5192713"/>
            <a:ext cx="1817687"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BSTAnimation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a:extLst>
              <a:ext uri="{FF2B5EF4-FFF2-40B4-BE49-F238E27FC236}">
                <a16:creationId xmlns:a16="http://schemas.microsoft.com/office/drawing/2014/main" id="{3CC5CA00-3971-45B2-8E46-4DC9A1C46625}"/>
              </a:ext>
            </a:extLst>
          </p:cNvPr>
          <p:cNvSpPr>
            <a:spLocks noGrp="1" noChangeArrowheads="1"/>
          </p:cNvSpPr>
          <p:nvPr>
            <p:ph type="title"/>
          </p:nvPr>
        </p:nvSpPr>
        <p:spPr>
          <a:xfrm>
            <a:off x="0" y="152400"/>
            <a:ext cx="8839200" cy="533400"/>
          </a:xfrm>
        </p:spPr>
        <p:txBody>
          <a:bodyPr/>
          <a:lstStyle/>
          <a:p>
            <a:r>
              <a:rPr lang="en-US" altLang="en-US"/>
              <a:t>Iterators </a:t>
            </a:r>
          </a:p>
        </p:txBody>
      </p:sp>
      <p:sp>
        <p:nvSpPr>
          <p:cNvPr id="53262" name="Rectangle 13">
            <a:extLst>
              <a:ext uri="{FF2B5EF4-FFF2-40B4-BE49-F238E27FC236}">
                <a16:creationId xmlns:a16="http://schemas.microsoft.com/office/drawing/2014/main" id="{B40140F4-DB71-4F67-A520-F77A59AE351D}"/>
              </a:ext>
            </a:extLst>
          </p:cNvPr>
          <p:cNvSpPr>
            <a:spLocks noGrp="1" noChangeArrowheads="1"/>
          </p:cNvSpPr>
          <p:nvPr>
            <p:ph idx="1"/>
          </p:nvPr>
        </p:nvSpPr>
        <p:spPr>
          <a:xfrm>
            <a:off x="160338" y="892175"/>
            <a:ext cx="8686800" cy="1754188"/>
          </a:xfrm>
        </p:spPr>
        <p:txBody>
          <a:bodyPr/>
          <a:lstStyle/>
          <a:p>
            <a:pPr marL="0" indent="0">
              <a:buFont typeface="Monotype Sorts"/>
              <a:buNone/>
            </a:pPr>
            <a:r>
              <a:rPr lang="en-US" altLang="en-US" sz="3600"/>
              <a:t>An </a:t>
            </a:r>
            <a:r>
              <a:rPr lang="en-US" altLang="en-US" sz="3600" i="1"/>
              <a:t>iterator</a:t>
            </a:r>
            <a:r>
              <a:rPr lang="en-US" altLang="en-US" sz="3600"/>
              <a:t> is an object that provides a uniform way for traversing the elements in a container such as a set, list, binary tree, etc. </a:t>
            </a:r>
          </a:p>
        </p:txBody>
      </p:sp>
      <p:sp>
        <p:nvSpPr>
          <p:cNvPr id="53250" name="Slide Number Placeholder 4">
            <a:extLst>
              <a:ext uri="{FF2B5EF4-FFF2-40B4-BE49-F238E27FC236}">
                <a16:creationId xmlns:a16="http://schemas.microsoft.com/office/drawing/2014/main" id="{22A85E64-0391-4813-9ECA-0973E18FF03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041585D-6A51-4353-A7F4-965523ADCF03}" type="slidenum">
              <a:rPr lang="en-US" altLang="en-US" sz="1400"/>
              <a:pPr>
                <a:spcBef>
                  <a:spcPct val="0"/>
                </a:spcBef>
                <a:buClrTx/>
                <a:buSzTx/>
                <a:buFontTx/>
                <a:buNone/>
              </a:pPr>
              <a:t>49</a:t>
            </a:fld>
            <a:endParaRPr lang="en-US" altLang="en-US" sz="1400"/>
          </a:p>
        </p:txBody>
      </p:sp>
      <p:pic>
        <p:nvPicPr>
          <p:cNvPr id="53265" name="Picture 22">
            <a:extLst>
              <a:ext uri="{FF2B5EF4-FFF2-40B4-BE49-F238E27FC236}">
                <a16:creationId xmlns:a16="http://schemas.microsoft.com/office/drawing/2014/main" id="{1A65D7F5-89D6-4D4B-AF66-7439854AC91E}"/>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2857500"/>
            <a:ext cx="8696325" cy="2181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53266" name="Rectangle 21">
            <a:hlinkClick r:id="rId3"/>
            <a:extLst>
              <a:ext uri="{FF2B5EF4-FFF2-40B4-BE49-F238E27FC236}">
                <a16:creationId xmlns:a16="http://schemas.microsoft.com/office/drawing/2014/main" id="{2FBEF1F4-771C-46FA-BAC7-94D0182BB056}"/>
              </a:ext>
            </a:extLst>
          </p:cNvPr>
          <p:cNvSpPr>
            <a:spLocks noChangeArrowheads="1"/>
          </p:cNvSpPr>
          <p:nvPr/>
        </p:nvSpPr>
        <p:spPr bwMode="auto">
          <a:xfrm>
            <a:off x="4859338" y="5748338"/>
            <a:ext cx="2530475"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TestBSTWithIterator</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a:extLst>
              <a:ext uri="{FF2B5EF4-FFF2-40B4-BE49-F238E27FC236}">
                <a16:creationId xmlns:a16="http://schemas.microsoft.com/office/drawing/2014/main" id="{B2CBEC61-0230-4DC8-80FF-8003ED2E2824}"/>
              </a:ext>
            </a:extLst>
          </p:cNvPr>
          <p:cNvSpPr>
            <a:spLocks noGrp="1" noChangeArrowheads="1"/>
          </p:cNvSpPr>
          <p:nvPr>
            <p:ph type="title"/>
          </p:nvPr>
        </p:nvSpPr>
        <p:spPr>
          <a:xfrm>
            <a:off x="0" y="152400"/>
            <a:ext cx="8839200" cy="533400"/>
          </a:xfrm>
        </p:spPr>
        <p:txBody>
          <a:bodyPr/>
          <a:lstStyle/>
          <a:p>
            <a:r>
              <a:rPr lang="en-US" altLang="en-US"/>
              <a:t>Data Compression: Huffman Coding </a:t>
            </a:r>
          </a:p>
        </p:txBody>
      </p:sp>
      <p:sp>
        <p:nvSpPr>
          <p:cNvPr id="54286" name="Rectangle 13">
            <a:extLst>
              <a:ext uri="{FF2B5EF4-FFF2-40B4-BE49-F238E27FC236}">
                <a16:creationId xmlns:a16="http://schemas.microsoft.com/office/drawing/2014/main" id="{650AB478-36D0-483B-A057-3B48B0BD0EC9}"/>
              </a:ext>
            </a:extLst>
          </p:cNvPr>
          <p:cNvSpPr>
            <a:spLocks noGrp="1" noChangeArrowheads="1"/>
          </p:cNvSpPr>
          <p:nvPr>
            <p:ph idx="1"/>
          </p:nvPr>
        </p:nvSpPr>
        <p:spPr>
          <a:xfrm>
            <a:off x="152400" y="990600"/>
            <a:ext cx="8686800" cy="2438400"/>
          </a:xfrm>
        </p:spPr>
        <p:txBody>
          <a:bodyPr/>
          <a:lstStyle/>
          <a:p>
            <a:pPr marL="0" indent="0">
              <a:buFont typeface="Monotype Sorts"/>
              <a:buNone/>
            </a:pPr>
            <a:r>
              <a:rPr lang="en-US" altLang="en-US" sz="2800"/>
              <a:t>In ASCII, every character is encoded in 8 bits. Huffman coding compresses data by using fewer bits to encode more frequently occurring characters. The codes for characters are constructed based on the occurrence of characters in the text using a binary tree, called the </a:t>
            </a:r>
            <a:r>
              <a:rPr lang="en-US" altLang="en-US" sz="2800" i="1"/>
              <a:t>Huffman coding tree</a:t>
            </a:r>
            <a:r>
              <a:rPr lang="en-US" altLang="en-US" sz="2800"/>
              <a:t>.</a:t>
            </a:r>
          </a:p>
          <a:p>
            <a:pPr marL="0" indent="0">
              <a:buFont typeface="Monotype Sorts"/>
              <a:buNone/>
            </a:pPr>
            <a:r>
              <a:rPr lang="en-US" altLang="en-US" sz="2800"/>
              <a:t>Mississippi</a:t>
            </a:r>
          </a:p>
        </p:txBody>
      </p:sp>
      <p:sp>
        <p:nvSpPr>
          <p:cNvPr id="54274" name="Slide Number Placeholder 4">
            <a:extLst>
              <a:ext uri="{FF2B5EF4-FFF2-40B4-BE49-F238E27FC236}">
                <a16:creationId xmlns:a16="http://schemas.microsoft.com/office/drawing/2014/main" id="{F6E70558-11C7-4E62-B90E-D11E812DED6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7116F7B-5E43-4C8C-9115-230FF62A1B60}" type="slidenum">
              <a:rPr lang="en-US" altLang="en-US" sz="1400"/>
              <a:pPr>
                <a:spcBef>
                  <a:spcPct val="0"/>
                </a:spcBef>
                <a:buClrTx/>
                <a:buSzTx/>
                <a:buFontTx/>
                <a:buNone/>
              </a:pPr>
              <a:t>50</a:t>
            </a:fld>
            <a:endParaRPr lang="en-US" altLang="en-US" sz="1400"/>
          </a:p>
        </p:txBody>
      </p:sp>
      <p:graphicFrame>
        <p:nvGraphicFramePr>
          <p:cNvPr id="54290" name="Object 19">
            <a:extLst>
              <a:ext uri="{FF2B5EF4-FFF2-40B4-BE49-F238E27FC236}">
                <a16:creationId xmlns:a16="http://schemas.microsoft.com/office/drawing/2014/main" id="{CF2E83F7-C1D5-4000-B906-687755F3754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461919392"/>
              </p:ext>
            </p:extLst>
          </p:nvPr>
        </p:nvGraphicFramePr>
        <p:xfrm>
          <a:off x="1439863" y="3213100"/>
          <a:ext cx="2290762" cy="3060700"/>
        </p:xfrm>
        <a:graphic>
          <a:graphicData uri="http://schemas.openxmlformats.org/presentationml/2006/ole">
            <mc:AlternateContent xmlns:mc="http://schemas.openxmlformats.org/markup-compatibility/2006">
              <mc:Choice xmlns:v="urn:schemas-microsoft-com:vml" Requires="v">
                <p:oleObj name="Picture" r:id="rId2" imgW="1517374" imgH="1683026" progId="Word.Picture.8">
                  <p:embed/>
                </p:oleObj>
              </mc:Choice>
              <mc:Fallback>
                <p:oleObj name="Picture" r:id="rId2" imgW="1517374" imgH="1683026" progId="Word.Picture.8">
                  <p:embed/>
                  <p:pic>
                    <p:nvPicPr>
                      <p:cNvPr id="0" name="Object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9863" y="3213100"/>
                        <a:ext cx="2290762"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92" name="Object 21">
            <a:extLst>
              <a:ext uri="{FF2B5EF4-FFF2-40B4-BE49-F238E27FC236}">
                <a16:creationId xmlns:a16="http://schemas.microsoft.com/office/drawing/2014/main" id="{113C90AE-2C4A-4B97-8A9E-9F83BD64D0F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036467493"/>
              </p:ext>
            </p:extLst>
          </p:nvPr>
        </p:nvGraphicFramePr>
        <p:xfrm>
          <a:off x="4103688" y="3284538"/>
          <a:ext cx="4176712" cy="3336925"/>
        </p:xfrm>
        <a:graphic>
          <a:graphicData uri="http://schemas.openxmlformats.org/presentationml/2006/ole">
            <mc:AlternateContent xmlns:mc="http://schemas.openxmlformats.org/markup-compatibility/2006">
              <mc:Choice xmlns:v="urn:schemas-microsoft-com:vml" Requires="v">
                <p:oleObj name="Picture" r:id="rId4" imgW="2470826" imgH="1647217" progId="Word.Picture.8">
                  <p:embed/>
                </p:oleObj>
              </mc:Choice>
              <mc:Fallback>
                <p:oleObj name="Picture" r:id="rId4" imgW="2470826" imgH="1647217" progId="Word.Picture.8">
                  <p:embed/>
                  <p:pic>
                    <p:nvPicPr>
                      <p:cNvPr id="0" name="Object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03688" y="3284538"/>
                        <a:ext cx="4176712" cy="333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293" name="Rectangle 13">
            <a:extLst>
              <a:ext uri="{FF2B5EF4-FFF2-40B4-BE49-F238E27FC236}">
                <a16:creationId xmlns:a16="http://schemas.microsoft.com/office/drawing/2014/main" id="{2E9DE591-BB16-4781-94D8-CC2F1821F4D6}"/>
              </a:ext>
            </a:extLst>
          </p:cNvPr>
          <p:cNvSpPr txBox="1">
            <a:spLocks noChangeArrowheads="1"/>
          </p:cNvSpPr>
          <p:nvPr/>
        </p:nvSpPr>
        <p:spPr bwMode="auto">
          <a:xfrm>
            <a:off x="3851275" y="5481638"/>
            <a:ext cx="5292725"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800"/>
              <a:t>000101011010110010011</a:t>
            </a:r>
          </a:p>
          <a:p>
            <a:pPr>
              <a:buFont typeface="Monotype Sorts"/>
              <a:buNone/>
            </a:pPr>
            <a:r>
              <a:rPr lang="en-US" altLang="en-US" sz="2800"/>
              <a:t>21 bits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a:extLst>
              <a:ext uri="{FF2B5EF4-FFF2-40B4-BE49-F238E27FC236}">
                <a16:creationId xmlns:a16="http://schemas.microsoft.com/office/drawing/2014/main" id="{757057DD-BB83-4D88-9A4F-5FF664776B2E}"/>
              </a:ext>
            </a:extLst>
          </p:cNvPr>
          <p:cNvSpPr>
            <a:spLocks noGrp="1" noChangeArrowheads="1"/>
          </p:cNvSpPr>
          <p:nvPr>
            <p:ph type="title"/>
          </p:nvPr>
        </p:nvSpPr>
        <p:spPr>
          <a:xfrm>
            <a:off x="0" y="152400"/>
            <a:ext cx="8839200" cy="533400"/>
          </a:xfrm>
        </p:spPr>
        <p:txBody>
          <a:bodyPr/>
          <a:lstStyle/>
          <a:p>
            <a:r>
              <a:rPr lang="en-US" altLang="en-US"/>
              <a:t>Constructing Huffman Tree</a:t>
            </a:r>
          </a:p>
        </p:txBody>
      </p:sp>
      <p:sp>
        <p:nvSpPr>
          <p:cNvPr id="55310" name="Rectangle 13">
            <a:extLst>
              <a:ext uri="{FF2B5EF4-FFF2-40B4-BE49-F238E27FC236}">
                <a16:creationId xmlns:a16="http://schemas.microsoft.com/office/drawing/2014/main" id="{22556565-09AF-4210-9906-F1BDC8A98972}"/>
              </a:ext>
            </a:extLst>
          </p:cNvPr>
          <p:cNvSpPr>
            <a:spLocks noGrp="1" noChangeArrowheads="1"/>
          </p:cNvSpPr>
          <p:nvPr>
            <p:ph idx="1"/>
          </p:nvPr>
        </p:nvSpPr>
        <p:spPr>
          <a:xfrm>
            <a:off x="152400" y="990600"/>
            <a:ext cx="8686800" cy="925513"/>
          </a:xfrm>
        </p:spPr>
        <p:txBody>
          <a:bodyPr/>
          <a:lstStyle/>
          <a:p>
            <a:pPr marL="0" indent="0">
              <a:lnSpc>
                <a:spcPct val="90000"/>
              </a:lnSpc>
              <a:buFont typeface="Monotype Sorts"/>
              <a:buNone/>
            </a:pPr>
            <a:r>
              <a:rPr lang="en-US" altLang="en-US" sz="2800"/>
              <a:t>To construct a </a:t>
            </a:r>
            <a:r>
              <a:rPr lang="en-US" altLang="en-US" sz="2800" i="1"/>
              <a:t>Huffman coding tree</a:t>
            </a:r>
            <a:r>
              <a:rPr lang="en-US" altLang="en-US" sz="2800"/>
              <a:t>, use a greedy algorithm as follows:</a:t>
            </a:r>
          </a:p>
        </p:txBody>
      </p:sp>
      <p:sp>
        <p:nvSpPr>
          <p:cNvPr id="55298" name="Slide Number Placeholder 4">
            <a:extLst>
              <a:ext uri="{FF2B5EF4-FFF2-40B4-BE49-F238E27FC236}">
                <a16:creationId xmlns:a16="http://schemas.microsoft.com/office/drawing/2014/main" id="{B98FEB3E-F70D-4B80-8FD9-06641BCAFB4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4621CDC-5B36-4E90-A610-DBB379DE974C}" type="slidenum">
              <a:rPr lang="en-US" altLang="en-US" sz="1400"/>
              <a:pPr>
                <a:spcBef>
                  <a:spcPct val="0"/>
                </a:spcBef>
                <a:buClrTx/>
                <a:buSzTx/>
                <a:buFontTx/>
                <a:buNone/>
              </a:pPr>
              <a:t>51</a:t>
            </a:fld>
            <a:endParaRPr lang="en-US" altLang="en-US" sz="1400"/>
          </a:p>
        </p:txBody>
      </p:sp>
      <p:sp>
        <p:nvSpPr>
          <p:cNvPr id="55313" name="Rectangle 20">
            <a:extLst>
              <a:ext uri="{FF2B5EF4-FFF2-40B4-BE49-F238E27FC236}">
                <a16:creationId xmlns:a16="http://schemas.microsoft.com/office/drawing/2014/main" id="{555BF3DF-C289-4435-94CB-7E9968DA0C64}"/>
              </a:ext>
            </a:extLst>
          </p:cNvPr>
          <p:cNvSpPr>
            <a:spLocks noChangeArrowheads="1"/>
          </p:cNvSpPr>
          <p:nvPr/>
        </p:nvSpPr>
        <p:spPr bwMode="auto">
          <a:xfrm>
            <a:off x="179388" y="1989138"/>
            <a:ext cx="8964612" cy="417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609600" indent="-6096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Wingdings" panose="05000000000000000000" pitchFamily="2" charset="2"/>
              <a:buChar char="§"/>
            </a:pPr>
            <a:r>
              <a:rPr lang="en-US" altLang="en-US" sz="2800"/>
              <a:t>Begin with a forest of trees. Each tree contains a node for a character. The weight of the node is the frequency of the character in the text.</a:t>
            </a:r>
          </a:p>
          <a:p>
            <a:pPr>
              <a:buFont typeface="Wingdings" panose="05000000000000000000" pitchFamily="2" charset="2"/>
              <a:buChar char="§"/>
            </a:pPr>
            <a:r>
              <a:rPr lang="en-US" altLang="en-US" sz="2800"/>
              <a:t>Repeat this step until there is only one tree:</a:t>
            </a:r>
          </a:p>
          <a:p>
            <a:pPr>
              <a:buFont typeface="Monotype Sorts"/>
              <a:buNone/>
            </a:pPr>
            <a:r>
              <a:rPr lang="en-US" altLang="en-US" sz="2800"/>
              <a:t>	Choose two trees with the smallest weight and create a new node as their parent. The weight of the new tree is the sum of the weight of the subtrees.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a:extLst>
              <a:ext uri="{FF2B5EF4-FFF2-40B4-BE49-F238E27FC236}">
                <a16:creationId xmlns:a16="http://schemas.microsoft.com/office/drawing/2014/main" id="{44764B68-1291-4885-8031-46FF7250FAFE}"/>
              </a:ext>
            </a:extLst>
          </p:cNvPr>
          <p:cNvSpPr>
            <a:spLocks noGrp="1" noChangeArrowheads="1"/>
          </p:cNvSpPr>
          <p:nvPr>
            <p:ph type="title"/>
          </p:nvPr>
        </p:nvSpPr>
        <p:spPr>
          <a:xfrm>
            <a:off x="0" y="152400"/>
            <a:ext cx="8839200" cy="533400"/>
          </a:xfrm>
        </p:spPr>
        <p:txBody>
          <a:bodyPr/>
          <a:lstStyle/>
          <a:p>
            <a:r>
              <a:rPr lang="en-US" altLang="en-US"/>
              <a:t>Constructing Huffman Tree</a:t>
            </a:r>
          </a:p>
        </p:txBody>
      </p:sp>
      <p:sp>
        <p:nvSpPr>
          <p:cNvPr id="56322" name="Slide Number Placeholder 4">
            <a:extLst>
              <a:ext uri="{FF2B5EF4-FFF2-40B4-BE49-F238E27FC236}">
                <a16:creationId xmlns:a16="http://schemas.microsoft.com/office/drawing/2014/main" id="{D20DCD20-325F-477C-9D5B-0DB26422930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B4888C4-4E2F-46C5-B74A-91192292B3DA}" type="slidenum">
              <a:rPr lang="en-US" altLang="en-US" sz="1400"/>
              <a:pPr>
                <a:spcBef>
                  <a:spcPct val="0"/>
                </a:spcBef>
                <a:buClrTx/>
                <a:buSzTx/>
                <a:buFontTx/>
                <a:buNone/>
              </a:pPr>
              <a:t>52</a:t>
            </a:fld>
            <a:endParaRPr lang="en-US" altLang="en-US" sz="1400"/>
          </a:p>
        </p:txBody>
      </p:sp>
      <p:graphicFrame>
        <p:nvGraphicFramePr>
          <p:cNvPr id="56336" name="Object 18">
            <a:extLst>
              <a:ext uri="{FF2B5EF4-FFF2-40B4-BE49-F238E27FC236}">
                <a16:creationId xmlns:a16="http://schemas.microsoft.com/office/drawing/2014/main" id="{B76E30BF-F79D-40C5-8AF0-55F72AC1ABCB}"/>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380964714"/>
              </p:ext>
            </p:extLst>
          </p:nvPr>
        </p:nvGraphicFramePr>
        <p:xfrm>
          <a:off x="287338" y="1484313"/>
          <a:ext cx="3421062" cy="684212"/>
        </p:xfrm>
        <a:graphic>
          <a:graphicData uri="http://schemas.openxmlformats.org/presentationml/2006/ole">
            <mc:AlternateContent xmlns:mc="http://schemas.openxmlformats.org/markup-compatibility/2006">
              <mc:Choice xmlns:v="urn:schemas-microsoft-com:vml" Requires="v">
                <p:oleObj name="Picture" r:id="rId2" imgW="2743200" imgH="457200" progId="Word.Picture.8">
                  <p:embed/>
                </p:oleObj>
              </mc:Choice>
              <mc:Fallback>
                <p:oleObj name="Picture" r:id="rId2" imgW="2743200" imgH="45720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338" y="1484313"/>
                        <a:ext cx="3421062"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38" name="Object 20">
            <a:extLst>
              <a:ext uri="{FF2B5EF4-FFF2-40B4-BE49-F238E27FC236}">
                <a16:creationId xmlns:a16="http://schemas.microsoft.com/office/drawing/2014/main" id="{7652BC32-B1B2-4DBB-A984-4F8EF2EFA69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897278750"/>
              </p:ext>
            </p:extLst>
          </p:nvPr>
        </p:nvGraphicFramePr>
        <p:xfrm>
          <a:off x="4608513" y="1052513"/>
          <a:ext cx="3671887" cy="1490662"/>
        </p:xfrm>
        <a:graphic>
          <a:graphicData uri="http://schemas.openxmlformats.org/presentationml/2006/ole">
            <mc:AlternateContent xmlns:mc="http://schemas.openxmlformats.org/markup-compatibility/2006">
              <mc:Choice xmlns:v="urn:schemas-microsoft-com:vml" Requires="v">
                <p:oleObj name="Picture" r:id="rId4" imgW="2963917" imgH="1002687" progId="Word.Picture.8">
                  <p:embed/>
                </p:oleObj>
              </mc:Choice>
              <mc:Fallback>
                <p:oleObj name="Picture" r:id="rId4" imgW="2963917" imgH="1002687" progId="Word.Picture.8">
                  <p:embed/>
                  <p:pic>
                    <p:nvPicPr>
                      <p:cNvPr id="0" name="Object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8513" y="1052513"/>
                        <a:ext cx="3671887" cy="149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40" name="Object 22">
            <a:extLst>
              <a:ext uri="{FF2B5EF4-FFF2-40B4-BE49-F238E27FC236}">
                <a16:creationId xmlns:a16="http://schemas.microsoft.com/office/drawing/2014/main" id="{6D70C080-0267-4948-A528-AE1B8978F86E}"/>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146608361"/>
              </p:ext>
            </p:extLst>
          </p:nvPr>
        </p:nvGraphicFramePr>
        <p:xfrm>
          <a:off x="179388" y="3249613"/>
          <a:ext cx="3924300" cy="2444750"/>
        </p:xfrm>
        <a:graphic>
          <a:graphicData uri="http://schemas.openxmlformats.org/presentationml/2006/ole">
            <mc:AlternateContent xmlns:mc="http://schemas.openxmlformats.org/markup-compatibility/2006">
              <mc:Choice xmlns:v="urn:schemas-microsoft-com:vml" Requires="v">
                <p:oleObj name="Picture" r:id="rId6" imgW="3005371" imgH="1553841" progId="Word.Picture.8">
                  <p:embed/>
                </p:oleObj>
              </mc:Choice>
              <mc:Fallback>
                <p:oleObj name="Picture" r:id="rId6" imgW="3005371" imgH="1553841" progId="Word.Picture.8">
                  <p:embed/>
                  <p:pic>
                    <p:nvPicPr>
                      <p:cNvPr id="0"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388" y="3249613"/>
                        <a:ext cx="3924300"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41" name="Object 24">
            <a:extLst>
              <a:ext uri="{FF2B5EF4-FFF2-40B4-BE49-F238E27FC236}">
                <a16:creationId xmlns:a16="http://schemas.microsoft.com/office/drawing/2014/main" id="{F3E14DCD-01D0-440D-BD43-64E1ED8BE907}"/>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22179340"/>
              </p:ext>
            </p:extLst>
          </p:nvPr>
        </p:nvGraphicFramePr>
        <p:xfrm>
          <a:off x="4643438" y="2924175"/>
          <a:ext cx="4211637" cy="3295650"/>
        </p:xfrm>
        <a:graphic>
          <a:graphicData uri="http://schemas.openxmlformats.org/presentationml/2006/ole">
            <mc:AlternateContent xmlns:mc="http://schemas.openxmlformats.org/markup-compatibility/2006">
              <mc:Choice xmlns:v="urn:schemas-microsoft-com:vml" Requires="v">
                <p:oleObj name="Picture" r:id="rId8" imgW="3048000" imgH="1990928" progId="Word.Picture.8">
                  <p:embed/>
                </p:oleObj>
              </mc:Choice>
              <mc:Fallback>
                <p:oleObj name="Picture" r:id="rId8" imgW="3048000" imgH="1990928" progId="Word.Picture.8">
                  <p:embed/>
                  <p:pic>
                    <p:nvPicPr>
                      <p:cNvPr id="0"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43438" y="2924175"/>
                        <a:ext cx="4211637" cy="329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42" name="Rectangle 1">
            <a:extLst>
              <a:ext uri="{FF2B5EF4-FFF2-40B4-BE49-F238E27FC236}">
                <a16:creationId xmlns:a16="http://schemas.microsoft.com/office/drawing/2014/main" id="{BA1DC593-615E-4B1B-A939-2C2B5A0E62CC}"/>
              </a:ext>
            </a:extLst>
          </p:cNvPr>
          <p:cNvSpPr>
            <a:spLocks noChangeArrowheads="1"/>
          </p:cNvSpPr>
          <p:nvPr/>
        </p:nvSpPr>
        <p:spPr bwMode="auto">
          <a:xfrm>
            <a:off x="395288" y="836613"/>
            <a:ext cx="1587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 typeface="Monotype Sorts"/>
              <a:buNone/>
            </a:pPr>
            <a:r>
              <a:rPr lang="en-US" altLang="en-US" sz="2400"/>
              <a:t>Mississippi</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a:extLst>
              <a:ext uri="{FF2B5EF4-FFF2-40B4-BE49-F238E27FC236}">
                <a16:creationId xmlns:a16="http://schemas.microsoft.com/office/drawing/2014/main" id="{418769F1-BFDF-45B6-9FE0-D318E8385950}"/>
              </a:ext>
            </a:extLst>
          </p:cNvPr>
          <p:cNvSpPr>
            <a:spLocks noGrp="1" noChangeArrowheads="1"/>
          </p:cNvSpPr>
          <p:nvPr>
            <p:ph type="title"/>
          </p:nvPr>
        </p:nvSpPr>
        <p:spPr>
          <a:xfrm>
            <a:off x="0" y="152400"/>
            <a:ext cx="8839200" cy="533400"/>
          </a:xfrm>
        </p:spPr>
        <p:txBody>
          <a:bodyPr/>
          <a:lstStyle/>
          <a:p>
            <a:r>
              <a:rPr lang="en-US" altLang="en-US"/>
              <a:t>Constructing Huffman Tree</a:t>
            </a:r>
          </a:p>
        </p:txBody>
      </p:sp>
      <p:sp>
        <p:nvSpPr>
          <p:cNvPr id="57346" name="Slide Number Placeholder 4">
            <a:extLst>
              <a:ext uri="{FF2B5EF4-FFF2-40B4-BE49-F238E27FC236}">
                <a16:creationId xmlns:a16="http://schemas.microsoft.com/office/drawing/2014/main" id="{3BEDB0D7-DECF-4082-BAB1-6E49BC39E66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DAC0FB0-D63B-4C7B-84B4-43F5D06EEED8}" type="slidenum">
              <a:rPr lang="en-US" altLang="en-US" sz="1400"/>
              <a:pPr>
                <a:spcBef>
                  <a:spcPct val="0"/>
                </a:spcBef>
                <a:buClrTx/>
                <a:buSzTx/>
                <a:buFontTx/>
                <a:buNone/>
              </a:pPr>
              <a:t>53</a:t>
            </a:fld>
            <a:endParaRPr lang="en-US" altLang="en-US" sz="1400"/>
          </a:p>
        </p:txBody>
      </p:sp>
      <p:sp>
        <p:nvSpPr>
          <p:cNvPr id="57362" name="Rectangle 21">
            <a:hlinkClick r:id="rId2"/>
            <a:extLst>
              <a:ext uri="{FF2B5EF4-FFF2-40B4-BE49-F238E27FC236}">
                <a16:creationId xmlns:a16="http://schemas.microsoft.com/office/drawing/2014/main" id="{CEE92E7D-63A0-4220-BE49-DA7E94B02CD6}"/>
              </a:ext>
            </a:extLst>
          </p:cNvPr>
          <p:cNvSpPr>
            <a:spLocks noChangeArrowheads="1"/>
          </p:cNvSpPr>
          <p:nvPr/>
        </p:nvSpPr>
        <p:spPr bwMode="auto">
          <a:xfrm>
            <a:off x="5243513" y="5572125"/>
            <a:ext cx="2098675"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HuffmanCode</a:t>
            </a:r>
          </a:p>
        </p:txBody>
      </p:sp>
    </p:spTree>
  </p:cSld>
  <p:clrMapOvr>
    <a:masterClrMapping/>
  </p:clrMapOvr>
</p:sld>
</file>

<file path=ppt/theme/theme1.xml><?xml version="1.0" encoding="utf-8"?>
<a:theme xmlns:a="http://schemas.openxmlformats.org/drawingml/2006/main" name="International">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Internati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nternational 1">
        <a:dk1>
          <a:srgbClr val="000000"/>
        </a:dk1>
        <a:lt1>
          <a:srgbClr val="FFFFFF"/>
        </a:lt1>
        <a:dk2>
          <a:srgbClr val="0000FF"/>
        </a:dk2>
        <a:lt2>
          <a:srgbClr val="FFFF99"/>
        </a:lt2>
        <a:accent1>
          <a:srgbClr val="009966"/>
        </a:accent1>
        <a:accent2>
          <a:srgbClr val="00CCCC"/>
        </a:accent2>
        <a:accent3>
          <a:srgbClr val="AAAAFF"/>
        </a:accent3>
        <a:accent4>
          <a:srgbClr val="DADADA"/>
        </a:accent4>
        <a:accent5>
          <a:srgbClr val="AACAB8"/>
        </a:accent5>
        <a:accent6>
          <a:srgbClr val="00B9B9"/>
        </a:accent6>
        <a:hlink>
          <a:srgbClr val="000080"/>
        </a:hlink>
        <a:folHlink>
          <a:srgbClr val="9999FF"/>
        </a:folHlink>
      </a:clrScheme>
      <a:clrMap bg1="dk2" tx1="lt1" bg2="dk1" tx2="lt2" accent1="accent1" accent2="accent2" accent3="accent3" accent4="accent4" accent5="accent5" accent6="accent6" hlink="hlink" folHlink="folHlink"/>
    </a:extraClrScheme>
    <a:extraClrScheme>
      <a:clrScheme name="International 2">
        <a:dk1>
          <a:srgbClr val="000000"/>
        </a:dk1>
        <a:lt1>
          <a:srgbClr val="FFFFFF"/>
        </a:lt1>
        <a:dk2>
          <a:srgbClr val="000080"/>
        </a:dk2>
        <a:lt2>
          <a:srgbClr val="003399"/>
        </a:lt2>
        <a:accent1>
          <a:srgbClr val="9999FF"/>
        </a:accent1>
        <a:accent2>
          <a:srgbClr val="FF99FF"/>
        </a:accent2>
        <a:accent3>
          <a:srgbClr val="FFFFFF"/>
        </a:accent3>
        <a:accent4>
          <a:srgbClr val="000000"/>
        </a:accent4>
        <a:accent5>
          <a:srgbClr val="CACAFF"/>
        </a:accent5>
        <a:accent6>
          <a:srgbClr val="E78AE7"/>
        </a:accent6>
        <a:hlink>
          <a:srgbClr val="85ADFF"/>
        </a:hlink>
        <a:folHlink>
          <a:srgbClr val="00CCCC"/>
        </a:folHlink>
      </a:clrScheme>
      <a:clrMap bg1="lt1" tx1="dk1" bg2="lt2" tx2="dk2" accent1="accent1" accent2="accent2" accent3="accent3" accent4="accent4" accent5="accent5" accent6="accent6" hlink="hlink" folHlink="folHlink"/>
    </a:extraClrScheme>
    <a:extraClrScheme>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Chapter 23 Sorting</Template>
  <TotalTime>33436</TotalTime>
  <Words>5518</Words>
  <Application>Microsoft Office PowerPoint</Application>
  <PresentationFormat>On-screen Show (4:3)</PresentationFormat>
  <Paragraphs>771</Paragraphs>
  <Slides>53</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53</vt:i4>
      </vt:variant>
    </vt:vector>
  </HeadingPairs>
  <TitlesOfParts>
    <vt:vector size="62" baseType="lpstr">
      <vt:lpstr>Arial</vt:lpstr>
      <vt:lpstr>Book Antiqua</vt:lpstr>
      <vt:lpstr>Courier New</vt:lpstr>
      <vt:lpstr>Monotype Sorts</vt:lpstr>
      <vt:lpstr>Times New Roman</vt:lpstr>
      <vt:lpstr>Wingdings</vt:lpstr>
      <vt:lpstr>International</vt:lpstr>
      <vt:lpstr>Microsoft Word Picture</vt:lpstr>
      <vt:lpstr>Picture</vt:lpstr>
      <vt:lpstr>Chapter 25 Binary Search Trees</vt:lpstr>
      <vt:lpstr>Objectives</vt:lpstr>
      <vt:lpstr>Binary Trees</vt:lpstr>
      <vt:lpstr>See How a Binary Search Tree Works</vt:lpstr>
      <vt:lpstr>Binary Tree Terms</vt:lpstr>
      <vt:lpstr>Representing Binary Trees</vt:lpstr>
      <vt:lpstr>Searching an Element in a Binary Search Tree</vt:lpstr>
      <vt:lpstr>Inserting an Element to a Binary Search Tree</vt:lpstr>
      <vt:lpstr>Inserting an Element into a Binary Tree</vt:lpstr>
      <vt:lpstr>Trace Inserting 101 into the following tree</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Inserting 59 into the Tree</vt:lpstr>
      <vt:lpstr>Tree Traversal</vt:lpstr>
      <vt:lpstr>Tree Traversal, cont.</vt:lpstr>
      <vt:lpstr>Tree Traversal, cont.</vt:lpstr>
      <vt:lpstr>The Tree Interface</vt:lpstr>
      <vt:lpstr>The BST Class</vt:lpstr>
      <vt:lpstr>Example: Using Binary Trees</vt:lpstr>
      <vt:lpstr>Tree After Insertions</vt:lpstr>
      <vt:lpstr>Deleting Elements in a Binary Search Tree </vt:lpstr>
      <vt:lpstr>Deleting Elements in a Binary Search Tree</vt:lpstr>
      <vt:lpstr>Deleting Elements in a Binary Search Tree</vt:lpstr>
      <vt:lpstr>Deleting Elements in a Binary Search Tree</vt:lpstr>
      <vt:lpstr>Deleting Elements in a Binary Search Tree</vt:lpstr>
      <vt:lpstr>Deleting Elements in a Binary Search Tree</vt:lpstr>
      <vt:lpstr>Examples</vt:lpstr>
      <vt:lpstr>Examples</vt:lpstr>
      <vt:lpstr>Examples</vt:lpstr>
      <vt:lpstr>binary tree time complexity </vt:lpstr>
      <vt:lpstr>Tree Visualization</vt:lpstr>
      <vt:lpstr>Iterators </vt:lpstr>
      <vt:lpstr>Data Compression: Huffman Coding </vt:lpstr>
      <vt:lpstr>Constructing Huffman Tree</vt:lpstr>
      <vt:lpstr>Constructing Huffman Tree</vt:lpstr>
      <vt:lpstr>Constructing Huffman Tree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19 Java Data Structures</dc:title>
  <dc:creator>Y. Daniel Liang</dc:creator>
  <cp:lastModifiedBy>Nguyen, Phuong Tran Lan</cp:lastModifiedBy>
  <cp:revision>226</cp:revision>
  <dcterms:created xsi:type="dcterms:W3CDTF">1995-06-10T17:31:50Z</dcterms:created>
  <dcterms:modified xsi:type="dcterms:W3CDTF">2025-11-09T01:46:49Z</dcterms:modified>
</cp:coreProperties>
</file>